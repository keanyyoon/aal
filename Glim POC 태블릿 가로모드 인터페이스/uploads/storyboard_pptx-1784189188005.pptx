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12_D581A7C2.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08_0.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56" r:id="rId5"/>
    <p:sldId id="257" r:id="rId6"/>
    <p:sldId id="274" r:id="rId7"/>
    <p:sldId id="275" r:id="rId8"/>
    <p:sldId id="276"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348E55A-BA50-AA10-4413-D9E60DB164B6}" name="김가을" initials="김가" userId="S::kaeulkim20@creverse.com::6c78ca76-c92e-43e4-80ee-6c082b1229a0"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384F94-9871-89B1-679F-88ECA26CB196}" v="1614" dt="2026-07-16T06:14:52.7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comments/modernComment_108_0.xml><?xml version="1.0" encoding="utf-8"?>
<p188:cmLst xmlns:a="http://schemas.openxmlformats.org/drawingml/2006/main" xmlns:r="http://schemas.openxmlformats.org/officeDocument/2006/relationships" xmlns:p188="http://schemas.microsoft.com/office/powerpoint/2018/8/main">
  <p188:cm id="{24145329-5098-4941-A6FE-E7CC173C214B}" authorId="{1348E55A-BA50-AA10-4413-D9E60DB164B6}" created="2026-07-16T06:09:51.089">
    <ac:txMkLst xmlns:ac="http://schemas.microsoft.com/office/drawing/2013/main/command">
      <pc:docMk xmlns:pc="http://schemas.microsoft.com/office/powerpoint/2013/main/command"/>
      <pc:sldMk xmlns:pc="http://schemas.microsoft.com/office/powerpoint/2013/main/command" cId="0" sldId="264"/>
      <ac:spMk id="15" creationId="{00000000-0000-0000-0000-000000000000}"/>
      <ac:txMk cp="7" len="3">
        <ac:context len="13" hash="4282180730"/>
      </ac:txMk>
    </ac:txMkLst>
    <p188:pos x="791028" y="152400"/>
    <p188:txBody>
      <a:bodyPr/>
      <a:lstStyle/>
      <a:p>
        <a:r>
          <a:rPr lang="en-US"/>
          <a:t>패스</a:t>
        </a:r>
      </a:p>
    </p188:txBody>
  </p188:cm>
</p188:cmLst>
</file>

<file path=ppt/comments/modernComment_112_D581A7C2.xml><?xml version="1.0" encoding="utf-8"?>
<p188:cmLst xmlns:a="http://schemas.openxmlformats.org/drawingml/2006/main" xmlns:r="http://schemas.openxmlformats.org/officeDocument/2006/relationships" xmlns:p188="http://schemas.microsoft.com/office/powerpoint/2018/8/main">
  <p188:cm id="{D259A8F9-EE0A-4BA3-A4DB-28AD1357FC89}" authorId="{1348E55A-BA50-AA10-4413-D9E60DB164B6}" created="2026-07-16T04:55:48.082">
    <ac:txMkLst xmlns:ac="http://schemas.microsoft.com/office/drawing/2013/main/command">
      <pc:docMk xmlns:pc="http://schemas.microsoft.com/office/powerpoint/2013/main/command"/>
      <pc:sldMk xmlns:pc="http://schemas.microsoft.com/office/powerpoint/2013/main/command" cId="3582044098" sldId="274"/>
      <ac:spMk id="24" creationId="{C69A0B99-8494-BF58-D1A4-1E3DF0BECFA7}"/>
      <ac:txMk cp="20" len="4">
        <ac:context len="65" hash="255783800"/>
      </ac:txMk>
    </ac:txMkLst>
    <p188:pos x="2373085" y="123371"/>
    <p188:txBody>
      <a:bodyPr/>
      <a:lstStyle/>
      <a:p>
        <a:r>
          <a:rPr lang="en-US"/>
          <a:t>오답 선택시 스캐폴딩 최대 횟수, 정답 유도 시도 횟수 설정 필요</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30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B3183-9FCF-5464-8473-E9BC9435A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AB4205-17E7-8DDF-9230-FA552AFD53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14B505-CEC5-9302-A592-165D10A47CE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BACB595-C263-8C29-333C-351E74E70A8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475203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12_D581A7C2.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08_0.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286000"/>
            <a:ext cx="10698480" cy="914400"/>
          </a:xfrm>
          <a:prstGeom prst="rect">
            <a:avLst/>
          </a:prstGeom>
          <a:noFill/>
          <a:ln/>
        </p:spPr>
        <p:txBody>
          <a:bodyPr wrap="square" lIns="0" tIns="0" rIns="0" bIns="0" rtlCol="0" anchor="ctr"/>
          <a:lstStyle/>
          <a:p>
            <a:pPr marL="0" indent="0">
              <a:buNone/>
            </a:pPr>
            <a:r>
              <a:rPr lang="ko-KR" altLang="en-US" sz="3400" b="1">
                <a:solidFill>
                  <a:srgbClr val="26221C"/>
                </a:solidFill>
                <a:latin typeface="Arial" pitchFamily="34" charset="0"/>
                <a:ea typeface="Arial" pitchFamily="34" charset="-122"/>
                <a:cs typeface="Arial" pitchFamily="34" charset="-120"/>
              </a:rPr>
              <a:t>콘텐츠</a:t>
            </a:r>
            <a:r>
              <a:rPr lang="en-US" sz="3400" b="1">
                <a:solidFill>
                  <a:srgbClr val="26221C"/>
                </a:solidFill>
                <a:latin typeface="Arial" pitchFamily="34" charset="0"/>
                <a:ea typeface="Arial" pitchFamily="34" charset="-122"/>
                <a:cs typeface="Arial" pitchFamily="34" charset="-120"/>
              </a:rPr>
              <a:t> </a:t>
            </a:r>
            <a:r>
              <a:rPr lang="ko-KR" altLang="en-US" sz="3400" b="1">
                <a:solidFill>
                  <a:srgbClr val="26221C"/>
                </a:solidFill>
                <a:latin typeface="Arial" pitchFamily="34" charset="0"/>
                <a:ea typeface="Arial" pitchFamily="34" charset="-122"/>
                <a:cs typeface="Arial" pitchFamily="34" charset="-120"/>
              </a:rPr>
              <a:t>학습 플로우 </a:t>
            </a:r>
            <a:r>
              <a:rPr lang="en-US" altLang="ko-KR" sz="3400" b="1">
                <a:solidFill>
                  <a:srgbClr val="26221C"/>
                </a:solidFill>
                <a:latin typeface="Arial" pitchFamily="34" charset="0"/>
                <a:ea typeface="Arial" pitchFamily="34" charset="-122"/>
                <a:cs typeface="Arial" pitchFamily="34" charset="-120"/>
              </a:rPr>
              <a:t>(</a:t>
            </a:r>
            <a:r>
              <a:rPr lang="en-US" sz="3400" b="1" err="1">
                <a:solidFill>
                  <a:srgbClr val="26221C"/>
                </a:solidFill>
                <a:latin typeface="Arial" pitchFamily="34" charset="0"/>
                <a:ea typeface="Arial" pitchFamily="34" charset="-122"/>
                <a:cs typeface="Arial" pitchFamily="34" charset="-120"/>
              </a:rPr>
              <a:t>스토리보드</a:t>
            </a:r>
            <a:r>
              <a:rPr lang="en-US" sz="3400" b="1">
                <a:solidFill>
                  <a:srgbClr val="26221C"/>
                </a:solidFill>
                <a:latin typeface="Arial" pitchFamily="34" charset="0"/>
                <a:ea typeface="Arial" pitchFamily="34" charset="-122"/>
                <a:cs typeface="Arial" pitchFamily="34" charset="-120"/>
              </a:rPr>
              <a:t>)_Video</a:t>
            </a:r>
            <a:r>
              <a:rPr lang="ko-KR" altLang="en-US" sz="3400" b="1">
                <a:solidFill>
                  <a:srgbClr val="26221C"/>
                </a:solidFill>
                <a:latin typeface="Arial" pitchFamily="34" charset="0"/>
                <a:ea typeface="Arial" pitchFamily="34" charset="-122"/>
                <a:cs typeface="Arial" pitchFamily="34" charset="-120"/>
              </a:rPr>
              <a:t> </a:t>
            </a:r>
            <a:r>
              <a:rPr lang="en-US" altLang="ko-KR" sz="3400" b="1">
                <a:solidFill>
                  <a:srgbClr val="26221C"/>
                </a:solidFill>
                <a:latin typeface="Arial" pitchFamily="34" charset="0"/>
                <a:ea typeface="Arial" pitchFamily="34" charset="-122"/>
                <a:cs typeface="Arial" pitchFamily="34" charset="-120"/>
              </a:rPr>
              <a:t>Games</a:t>
            </a:r>
            <a:endParaRPr lang="en-US" sz="3400"/>
          </a:p>
        </p:txBody>
      </p:sp>
      <p:sp>
        <p:nvSpPr>
          <p:cNvPr id="3" name="Text 1"/>
          <p:cNvSpPr/>
          <p:nvPr/>
        </p:nvSpPr>
        <p:spPr>
          <a:xfrm>
            <a:off x="731520" y="3154680"/>
            <a:ext cx="10698480" cy="548640"/>
          </a:xfrm>
          <a:prstGeom prst="rect">
            <a:avLst/>
          </a:prstGeom>
          <a:noFill/>
          <a:ln/>
        </p:spPr>
        <p:txBody>
          <a:bodyPr wrap="square" lIns="0" tIns="0" rIns="0" bIns="0" rtlCol="0" anchor="ctr"/>
          <a:lstStyle/>
          <a:p>
            <a:pPr marL="0" indent="0">
              <a:buNone/>
            </a:pPr>
            <a:r>
              <a:rPr lang="en-US" sz="1800">
                <a:solidFill>
                  <a:srgbClr val="6D6A63"/>
                </a:solidFill>
                <a:latin typeface="Arial" pitchFamily="34" charset="0"/>
                <a:ea typeface="Arial" pitchFamily="34" charset="-122"/>
                <a:cs typeface="Arial" pitchFamily="34" charset="-120"/>
              </a:rPr>
              <a:t>2026.07.16_2</a:t>
            </a:r>
            <a:r>
              <a:rPr lang="ko-KR" altLang="en-US" sz="1800">
                <a:solidFill>
                  <a:srgbClr val="6D6A63"/>
                </a:solidFill>
                <a:latin typeface="Arial" pitchFamily="34" charset="0"/>
                <a:ea typeface="Arial" pitchFamily="34" charset="-122"/>
                <a:cs typeface="Arial" pitchFamily="34" charset="-120"/>
              </a:rPr>
              <a:t>차</a:t>
            </a:r>
            <a:endParaRPr lang="en-US" altLang="ko-KR">
              <a:solidFill>
                <a:srgbClr val="6D6A63"/>
              </a:solidFill>
              <a:latin typeface="Arial" pitchFamily="34" charset="0"/>
              <a:ea typeface="Arial" pitchFamily="34" charset="-122"/>
              <a:cs typeface="Arial" pitchFamily="34" charset="-120"/>
            </a:endParaRPr>
          </a:p>
          <a:p>
            <a:pPr marL="0" indent="0">
              <a:buNone/>
            </a:pPr>
            <a:r>
              <a:rPr lang="en-US" sz="1800">
                <a:solidFill>
                  <a:srgbClr val="6D6A63"/>
                </a:solidFill>
                <a:latin typeface="Arial" pitchFamily="34" charset="0"/>
                <a:cs typeface="Arial" pitchFamily="34" charset="-120"/>
              </a:rPr>
              <a:t>AI Product Team</a:t>
            </a:r>
          </a:p>
        </p:txBody>
      </p:sp>
      <p:sp>
        <p:nvSpPr>
          <p:cNvPr id="4" name="Text 2"/>
          <p:cNvSpPr/>
          <p:nvPr/>
        </p:nvSpPr>
        <p:spPr>
          <a:xfrm>
            <a:off x="731520" y="3749040"/>
            <a:ext cx="9601200" cy="365760"/>
          </a:xfrm>
          <a:prstGeom prst="rect">
            <a:avLst/>
          </a:prstGeom>
          <a:noFill/>
          <a:ln/>
        </p:spPr>
        <p:txBody>
          <a:bodyPr wrap="square" lIns="0" tIns="0" rIns="0" bIns="0" rtlCol="0" anchor="ctr"/>
          <a:lstStyle/>
          <a:p>
            <a:pPr marL="0" indent="0">
              <a:buNone/>
            </a:pPr>
            <a:endParaRPr lang="en-US"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EDEDE7"/>
          </a:solidFill>
          <a:ln/>
        </p:spPr>
        <p:txBody>
          <a:bodyPr/>
          <a:lstStyle/>
          <a:p>
            <a:endParaRPr lang="ko-KR" altLang="en-US"/>
          </a:p>
        </p:txBody>
      </p:sp>
      <p:sp>
        <p:nvSpPr>
          <p:cNvPr id="3" name="Text 1"/>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444441"/>
                </a:solidFill>
                <a:latin typeface="Arial" pitchFamily="34" charset="0"/>
                <a:ea typeface="Arial" pitchFamily="34" charset="-122"/>
                <a:cs typeface="Arial" pitchFamily="34" charset="-120"/>
              </a:rPr>
              <a:t>1차시  ·  1단계 · 소재 및 주제 파악 1</a:t>
            </a:r>
            <a:endParaRPr lang="en-US" sz="1600"/>
          </a:p>
        </p:txBody>
      </p:sp>
      <p:sp>
        <p:nvSpPr>
          <p:cNvPr id="4" name="Shape 2"/>
          <p:cNvSpPr/>
          <p:nvPr/>
        </p:nvSpPr>
        <p:spPr>
          <a:xfrm>
            <a:off x="9966960" y="128016"/>
            <a:ext cx="1828800" cy="310896"/>
          </a:xfrm>
          <a:prstGeom prst="roundRect">
            <a:avLst>
              <a:gd name="adj" fmla="val 50000"/>
            </a:avLst>
          </a:prstGeom>
          <a:solidFill>
            <a:srgbClr val="FFFFFF"/>
          </a:solidFill>
          <a:ln w="12700">
            <a:solidFill>
              <a:srgbClr val="888780"/>
            </a:solidFill>
            <a:prstDash val="solid"/>
          </a:ln>
        </p:spPr>
        <p:txBody>
          <a:bodyPr/>
          <a:lstStyle/>
          <a:p>
            <a:endParaRPr lang="ko-KR" altLang="en-US"/>
          </a:p>
        </p:txBody>
      </p:sp>
      <p:sp>
        <p:nvSpPr>
          <p:cNvPr id="5" name="Text 3"/>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444441"/>
                </a:solidFill>
                <a:latin typeface="Arial" pitchFamily="34" charset="0"/>
                <a:ea typeface="Arial" pitchFamily="34" charset="-122"/>
                <a:cs typeface="Arial" pitchFamily="34" charset="-120"/>
              </a:rPr>
              <a:t>도입</a:t>
            </a:r>
            <a:endParaRPr lang="en-US" sz="950"/>
          </a:p>
        </p:txBody>
      </p:sp>
      <p:sp>
        <p:nvSpPr>
          <p:cNvPr id="6" name="Shape 4"/>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txBody>
          <a:bodyPr/>
          <a:lstStyle/>
          <a:p>
            <a:endParaRPr lang="ko-KR" altLang="en-US"/>
          </a:p>
        </p:txBody>
      </p:sp>
      <p:sp>
        <p:nvSpPr>
          <p:cNvPr id="7" name="Shape 5"/>
          <p:cNvSpPr/>
          <p:nvPr/>
        </p:nvSpPr>
        <p:spPr>
          <a:xfrm>
            <a:off x="457200" y="868680"/>
            <a:ext cx="5943600" cy="256032"/>
          </a:xfrm>
          <a:prstGeom prst="rect">
            <a:avLst/>
          </a:prstGeom>
          <a:solidFill>
            <a:srgbClr val="F0EEE7"/>
          </a:solidFill>
          <a:ln w="9525">
            <a:solidFill>
              <a:srgbClr val="B9B6AC"/>
            </a:solidFill>
            <a:prstDash val="solid"/>
          </a:ln>
        </p:spPr>
        <p:txBody>
          <a:bodyPr/>
          <a:lstStyle/>
          <a:p>
            <a:endParaRPr lang="ko-KR" altLang="en-US"/>
          </a:p>
        </p:txBody>
      </p:sp>
      <p:sp>
        <p:nvSpPr>
          <p:cNvPr id="8" name="Shape 6"/>
          <p:cNvSpPr/>
          <p:nvPr/>
        </p:nvSpPr>
        <p:spPr>
          <a:xfrm>
            <a:off x="585216" y="960120"/>
            <a:ext cx="73152" cy="73152"/>
          </a:xfrm>
          <a:prstGeom prst="ellipse">
            <a:avLst/>
          </a:prstGeom>
          <a:solidFill>
            <a:srgbClr val="C7C4B9"/>
          </a:solidFill>
          <a:ln/>
        </p:spPr>
        <p:txBody>
          <a:bodyPr/>
          <a:lstStyle/>
          <a:p>
            <a:endParaRPr lang="ko-KR" altLang="en-US"/>
          </a:p>
        </p:txBody>
      </p:sp>
      <p:sp>
        <p:nvSpPr>
          <p:cNvPr id="9" name="Shape 7"/>
          <p:cNvSpPr/>
          <p:nvPr/>
        </p:nvSpPr>
        <p:spPr>
          <a:xfrm>
            <a:off x="731520" y="960120"/>
            <a:ext cx="73152" cy="73152"/>
          </a:xfrm>
          <a:prstGeom prst="ellipse">
            <a:avLst/>
          </a:prstGeom>
          <a:solidFill>
            <a:srgbClr val="C7C4B9"/>
          </a:solidFill>
          <a:ln/>
        </p:spPr>
        <p:txBody>
          <a:bodyPr/>
          <a:lstStyle/>
          <a:p>
            <a:endParaRPr lang="ko-KR" altLang="en-US"/>
          </a:p>
        </p:txBody>
      </p:sp>
      <p:sp>
        <p:nvSpPr>
          <p:cNvPr id="10" name="Shape 8"/>
          <p:cNvSpPr/>
          <p:nvPr/>
        </p:nvSpPr>
        <p:spPr>
          <a:xfrm>
            <a:off x="877824" y="960120"/>
            <a:ext cx="73152" cy="73152"/>
          </a:xfrm>
          <a:prstGeom prst="ellipse">
            <a:avLst/>
          </a:prstGeom>
          <a:solidFill>
            <a:srgbClr val="C7C4B9"/>
          </a:solidFill>
          <a:ln/>
        </p:spPr>
        <p:txBody>
          <a:bodyPr/>
          <a:lstStyle/>
          <a:p>
            <a:endParaRPr lang="ko-KR" altLang="en-US"/>
          </a:p>
        </p:txBody>
      </p:sp>
      <p:sp>
        <p:nvSpPr>
          <p:cNvPr id="11" name="Shape 9"/>
          <p:cNvSpPr/>
          <p:nvPr/>
        </p:nvSpPr>
        <p:spPr>
          <a:xfrm>
            <a:off x="621792" y="1252728"/>
            <a:ext cx="5614416" cy="566928"/>
          </a:xfrm>
          <a:prstGeom prst="roundRect">
            <a:avLst>
              <a:gd name="adj" fmla="val 8065"/>
            </a:avLst>
          </a:prstGeom>
          <a:solidFill>
            <a:srgbClr val="F1EFE8"/>
          </a:solidFill>
          <a:ln w="9525">
            <a:solidFill>
              <a:srgbClr val="D9D7CE"/>
            </a:solidFill>
            <a:prstDash val="solid"/>
          </a:ln>
        </p:spPr>
        <p:txBody>
          <a:bodyPr/>
          <a:lstStyle/>
          <a:p>
            <a:endParaRPr lang="ko-KR" altLang="en-US"/>
          </a:p>
        </p:txBody>
      </p:sp>
      <p:sp>
        <p:nvSpPr>
          <p:cNvPr id="12" name="Text 10"/>
          <p:cNvSpPr/>
          <p:nvPr/>
        </p:nvSpPr>
        <p:spPr>
          <a:xfrm>
            <a:off x="731520" y="1252728"/>
            <a:ext cx="5394960" cy="566928"/>
          </a:xfrm>
          <a:prstGeom prst="rect">
            <a:avLst/>
          </a:prstGeom>
          <a:noFill/>
          <a:ln/>
        </p:spPr>
        <p:txBody>
          <a:bodyPr wrap="square" lIns="0" tIns="0" rIns="0" bIns="0" rtlCol="0" anchor="ctr"/>
          <a:lstStyle/>
          <a:p>
            <a:pPr marL="0" indent="0">
              <a:lnSpc>
                <a:spcPct val="105000"/>
              </a:lnSpc>
              <a:buNone/>
            </a:pPr>
            <a:r>
              <a:rPr lang="en-US" sz="900" i="1">
                <a:solidFill>
                  <a:srgbClr val="6D6A63"/>
                </a:solidFill>
                <a:latin typeface="Arial" pitchFamily="34" charset="0"/>
                <a:ea typeface="Arial" pitchFamily="34" charset="-122"/>
                <a:cs typeface="Arial" pitchFamily="34" charset="-120"/>
              </a:rPr>
              <a:t>Violent video games are still blamed for real violence, though that link has never been proven. Today, the real question is whether kids should be allowed to play them at all.</a:t>
            </a:r>
            <a:endParaRPr lang="en-US" sz="900"/>
          </a:p>
        </p:txBody>
      </p:sp>
      <p:sp>
        <p:nvSpPr>
          <p:cNvPr id="13" name="Shape 11"/>
          <p:cNvSpPr/>
          <p:nvPr/>
        </p:nvSpPr>
        <p:spPr>
          <a:xfrm>
            <a:off x="621792" y="2127425"/>
            <a:ext cx="5614416" cy="566928"/>
          </a:xfrm>
          <a:prstGeom prst="roundRect">
            <a:avLst>
              <a:gd name="adj" fmla="val 19355"/>
            </a:avLst>
          </a:prstGeom>
          <a:solidFill>
            <a:srgbClr val="E6F1FB"/>
          </a:solidFill>
          <a:ln w="9525">
            <a:solidFill>
              <a:srgbClr val="185FA5"/>
            </a:solidFill>
            <a:prstDash val="solid"/>
          </a:ln>
        </p:spPr>
        <p:txBody>
          <a:bodyPr/>
          <a:lstStyle/>
          <a:p>
            <a:endParaRPr lang="ko-KR" altLang="en-US"/>
          </a:p>
        </p:txBody>
      </p:sp>
      <p:sp>
        <p:nvSpPr>
          <p:cNvPr id="14" name="Text 12"/>
          <p:cNvSpPr/>
          <p:nvPr/>
        </p:nvSpPr>
        <p:spPr>
          <a:xfrm>
            <a:off x="749808" y="2127425"/>
            <a:ext cx="5358384" cy="566928"/>
          </a:xfrm>
          <a:prstGeom prst="rect">
            <a:avLst/>
          </a:prstGeom>
          <a:noFill/>
          <a:ln/>
        </p:spPr>
        <p:txBody>
          <a:bodyPr wrap="square" lIns="0" tIns="0" rIns="0" bIns="0" rtlCol="0" anchor="ctr"/>
          <a:lstStyle/>
          <a:p>
            <a:pPr marL="0" indent="0">
              <a:lnSpc>
                <a:spcPct val="105000"/>
              </a:lnSpc>
              <a:buNone/>
            </a:pPr>
            <a:r>
              <a:rPr lang="en-US" sz="900" b="1">
                <a:solidFill>
                  <a:srgbClr val="185FA5"/>
                </a:solidFill>
                <a:latin typeface="Arial" pitchFamily="34" charset="0"/>
                <a:ea typeface="Arial" pitchFamily="34" charset="-122"/>
                <a:cs typeface="Arial" pitchFamily="34" charset="-120"/>
              </a:rPr>
              <a:t>🎙 튜터  </a:t>
            </a:r>
            <a:r>
              <a:rPr lang="en-US" sz="1000">
                <a:solidFill>
                  <a:srgbClr val="0C447C"/>
                </a:solidFill>
                <a:latin typeface="Arial" pitchFamily="34" charset="0"/>
                <a:ea typeface="Arial" pitchFamily="34" charset="-122"/>
                <a:cs typeface="Arial" pitchFamily="34" charset="-120"/>
              </a:rPr>
              <a:t>이 글은 무엇에 관한 글일까? (소재)</a:t>
            </a:r>
            <a:endParaRPr lang="en-US" sz="900"/>
          </a:p>
        </p:txBody>
      </p:sp>
      <p:sp>
        <p:nvSpPr>
          <p:cNvPr id="15" name="Text 13"/>
          <p:cNvSpPr/>
          <p:nvPr/>
        </p:nvSpPr>
        <p:spPr>
          <a:xfrm>
            <a:off x="621792" y="3325212"/>
            <a:ext cx="2743200" cy="201168"/>
          </a:xfrm>
          <a:prstGeom prst="rect">
            <a:avLst/>
          </a:prstGeom>
          <a:noFill/>
          <a:ln/>
        </p:spPr>
        <p:txBody>
          <a:bodyPr wrap="square" lIns="0" tIns="0" rIns="0" bIns="0" rtlCol="0" anchor="ctr"/>
          <a:lstStyle/>
          <a:p>
            <a:pPr marL="0" indent="0">
              <a:buNone/>
            </a:pPr>
            <a:r>
              <a:rPr lang="en-US" sz="850" b="1">
                <a:solidFill>
                  <a:srgbClr val="6D6A63"/>
                </a:solidFill>
                <a:latin typeface="Arial" pitchFamily="34" charset="0"/>
                <a:ea typeface="Arial" pitchFamily="34" charset="-122"/>
                <a:cs typeface="Arial" pitchFamily="34" charset="-120"/>
              </a:rPr>
              <a:t>인터랙션 · 말하기</a:t>
            </a:r>
            <a:endParaRPr lang="en-US" sz="850"/>
          </a:p>
        </p:txBody>
      </p:sp>
      <p:sp>
        <p:nvSpPr>
          <p:cNvPr id="16" name="Shape 14"/>
          <p:cNvSpPr/>
          <p:nvPr/>
        </p:nvSpPr>
        <p:spPr>
          <a:xfrm>
            <a:off x="3099816" y="3581244"/>
            <a:ext cx="658368" cy="658368"/>
          </a:xfrm>
          <a:prstGeom prst="ellipse">
            <a:avLst/>
          </a:prstGeom>
          <a:solidFill>
            <a:srgbClr val="FAECE7"/>
          </a:solidFill>
          <a:ln w="12700">
            <a:solidFill>
              <a:srgbClr val="993C1D"/>
            </a:solidFill>
            <a:prstDash val="solid"/>
          </a:ln>
        </p:spPr>
        <p:txBody>
          <a:bodyPr/>
          <a:lstStyle/>
          <a:p>
            <a:endParaRPr lang="ko-KR" altLang="en-US"/>
          </a:p>
        </p:txBody>
      </p:sp>
      <p:sp>
        <p:nvSpPr>
          <p:cNvPr id="17" name="Text 15"/>
          <p:cNvSpPr/>
          <p:nvPr/>
        </p:nvSpPr>
        <p:spPr>
          <a:xfrm>
            <a:off x="3099816" y="3581244"/>
            <a:ext cx="658368" cy="658368"/>
          </a:xfrm>
          <a:prstGeom prst="rect">
            <a:avLst/>
          </a:prstGeom>
          <a:noFill/>
          <a:ln/>
        </p:spPr>
        <p:txBody>
          <a:bodyPr wrap="square" lIns="0" tIns="0" rIns="0" bIns="0" rtlCol="0" anchor="ctr"/>
          <a:lstStyle/>
          <a:p>
            <a:pPr marL="0" indent="0" algn="ctr">
              <a:buNone/>
            </a:pPr>
            <a:r>
              <a:rPr lang="en-US" sz="2000">
                <a:solidFill>
                  <a:srgbClr val="000000"/>
                </a:solidFill>
                <a:latin typeface="Arial" pitchFamily="34" charset="0"/>
                <a:ea typeface="Arial" pitchFamily="34" charset="-122"/>
                <a:cs typeface="Arial" pitchFamily="34" charset="-120"/>
              </a:rPr>
              <a:t>🎙</a:t>
            </a:r>
            <a:endParaRPr lang="en-US" sz="2000"/>
          </a:p>
        </p:txBody>
      </p:sp>
      <p:sp>
        <p:nvSpPr>
          <p:cNvPr id="18" name="Text 16"/>
          <p:cNvSpPr/>
          <p:nvPr/>
        </p:nvSpPr>
        <p:spPr>
          <a:xfrm>
            <a:off x="621792" y="4294476"/>
            <a:ext cx="5614416" cy="201168"/>
          </a:xfrm>
          <a:prstGeom prst="rect">
            <a:avLst/>
          </a:prstGeom>
          <a:noFill/>
          <a:ln/>
        </p:spPr>
        <p:txBody>
          <a:bodyPr wrap="square" lIns="0" tIns="0" rIns="0" bIns="0" rtlCol="0" anchor="ctr"/>
          <a:lstStyle/>
          <a:p>
            <a:pPr marL="0" indent="0" algn="ctr">
              <a:buNone/>
            </a:pPr>
            <a:r>
              <a:rPr lang="en-US" sz="850">
                <a:solidFill>
                  <a:srgbClr val="6D6A63"/>
                </a:solidFill>
                <a:latin typeface="Arial" pitchFamily="34" charset="0"/>
                <a:ea typeface="Arial" pitchFamily="34" charset="-122"/>
                <a:cs typeface="Arial" pitchFamily="34" charset="-120"/>
              </a:rPr>
              <a:t>학생이 음성으로 답변</a:t>
            </a:r>
            <a:endParaRPr lang="en-US" sz="850"/>
          </a:p>
        </p:txBody>
      </p:sp>
      <p:sp>
        <p:nvSpPr>
          <p:cNvPr id="19" name="Text 17"/>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20" name="Text 18"/>
          <p:cNvSpPr/>
          <p:nvPr/>
        </p:nvSpPr>
        <p:spPr>
          <a:xfrm>
            <a:off x="6720840" y="1088136"/>
            <a:ext cx="5029200" cy="365760"/>
          </a:xfrm>
          <a:prstGeom prst="rect">
            <a:avLst/>
          </a:prstGeom>
          <a:noFill/>
          <a:ln/>
        </p:spPr>
        <p:txBody>
          <a:bodyPr wrap="square" lIns="0" tIns="0" rIns="0" bIns="0" rtlCol="0" anchor="ctr"/>
          <a:lstStyle/>
          <a:p>
            <a:pPr marL="0" indent="0">
              <a:lnSpc>
                <a:spcPct val="110000"/>
              </a:lnSpc>
              <a:buNone/>
            </a:pPr>
            <a:r>
              <a:rPr lang="en-US" sz="1200" b="1">
                <a:solidFill>
                  <a:srgbClr val="26221C"/>
                </a:solidFill>
                <a:latin typeface="Arial" pitchFamily="34" charset="0"/>
                <a:ea typeface="Arial" pitchFamily="34" charset="-122"/>
                <a:cs typeface="Arial" pitchFamily="34" charset="-120"/>
              </a:rPr>
              <a:t>지문의 소재(비디오 게임)를 스스로 말하게 한다.</a:t>
            </a:r>
            <a:endParaRPr lang="en-US" sz="1200"/>
          </a:p>
        </p:txBody>
      </p:sp>
      <p:sp>
        <p:nvSpPr>
          <p:cNvPr id="21" name="Shape 19"/>
          <p:cNvSpPr/>
          <p:nvPr/>
        </p:nvSpPr>
        <p:spPr>
          <a:xfrm>
            <a:off x="6720840" y="1591056"/>
            <a:ext cx="5029200" cy="822960"/>
          </a:xfrm>
          <a:prstGeom prst="roundRect">
            <a:avLst>
              <a:gd name="adj" fmla="val 6667"/>
            </a:avLst>
          </a:prstGeom>
          <a:solidFill>
            <a:srgbClr val="EAF3DE"/>
          </a:solidFill>
          <a:ln w="9525">
            <a:solidFill>
              <a:srgbClr val="3B6D11"/>
            </a:solidFill>
            <a:prstDash val="solid"/>
          </a:ln>
        </p:spPr>
        <p:txBody>
          <a:bodyPr/>
          <a:lstStyle/>
          <a:p>
            <a:endParaRPr lang="ko-KR" altLang="en-US"/>
          </a:p>
        </p:txBody>
      </p:sp>
      <p:sp>
        <p:nvSpPr>
          <p:cNvPr id="22" name="Text 20"/>
          <p:cNvSpPr/>
          <p:nvPr/>
        </p:nvSpPr>
        <p:spPr>
          <a:xfrm>
            <a:off x="6848856" y="1645920"/>
            <a:ext cx="4773168" cy="713232"/>
          </a:xfrm>
          <a:prstGeom prst="rect">
            <a:avLst/>
          </a:prstGeom>
          <a:noFill/>
          <a:ln/>
        </p:spPr>
        <p:txBody>
          <a:bodyPr wrap="square" lIns="0" tIns="0" rIns="0" bIns="0" rtlCol="0" anchor="t"/>
          <a:lstStyle/>
          <a:p>
            <a:pPr marL="0" indent="0">
              <a:lnSpc>
                <a:spcPct val="115000"/>
              </a:lnSpc>
              <a:buNone/>
            </a:pPr>
            <a:r>
              <a:rPr lang="en-US" sz="1000" b="1">
                <a:solidFill>
                  <a:srgbClr val="27500A"/>
                </a:solidFill>
                <a:latin typeface="Arial" pitchFamily="34" charset="0"/>
                <a:ea typeface="Arial" pitchFamily="34" charset="-122"/>
                <a:cs typeface="Arial" pitchFamily="34" charset="-120"/>
              </a:rPr>
              <a:t>정답(CA1) 시  </a:t>
            </a:r>
            <a:r>
              <a:rPr lang="en-US" sz="1000">
                <a:solidFill>
                  <a:srgbClr val="27500A"/>
                </a:solidFill>
                <a:latin typeface="Arial" pitchFamily="34" charset="0"/>
                <a:ea typeface="Arial" pitchFamily="34" charset="-122"/>
                <a:cs typeface="Arial" pitchFamily="34" charset="-120"/>
              </a:rPr>
              <a:t>“게임” 답변 → 짧은 반응(“그래.”) 후 다음 단계로.</a:t>
            </a:r>
            <a:endParaRPr lang="en-US" sz="1000"/>
          </a:p>
        </p:txBody>
      </p:sp>
      <p:sp>
        <p:nvSpPr>
          <p:cNvPr id="23" name="Shape 21"/>
          <p:cNvSpPr/>
          <p:nvPr/>
        </p:nvSpPr>
        <p:spPr>
          <a:xfrm>
            <a:off x="6720840" y="2523744"/>
            <a:ext cx="5029200" cy="822960"/>
          </a:xfrm>
          <a:prstGeom prst="roundRect">
            <a:avLst>
              <a:gd name="adj" fmla="val 6667"/>
            </a:avLst>
          </a:prstGeom>
          <a:solidFill>
            <a:srgbClr val="FAECE7"/>
          </a:solidFill>
          <a:ln w="9525">
            <a:solidFill>
              <a:srgbClr val="993C1D"/>
            </a:solidFill>
            <a:prstDash val="solid"/>
          </a:ln>
        </p:spPr>
        <p:txBody>
          <a:bodyPr/>
          <a:lstStyle/>
          <a:p>
            <a:endParaRPr lang="ko-KR" altLang="en-US"/>
          </a:p>
        </p:txBody>
      </p:sp>
      <p:sp>
        <p:nvSpPr>
          <p:cNvPr id="24" name="Text 22"/>
          <p:cNvSpPr/>
          <p:nvPr/>
        </p:nvSpPr>
        <p:spPr>
          <a:xfrm>
            <a:off x="6848856" y="2578608"/>
            <a:ext cx="4773168" cy="713232"/>
          </a:xfrm>
          <a:prstGeom prst="rect">
            <a:avLst/>
          </a:prstGeom>
          <a:noFill/>
          <a:ln/>
        </p:spPr>
        <p:txBody>
          <a:bodyPr wrap="square" lIns="0" tIns="0" rIns="0" bIns="0" rtlCol="0" anchor="t"/>
          <a:lstStyle/>
          <a:p>
            <a:pPr>
              <a:lnSpc>
                <a:spcPct val="115000"/>
              </a:lnSpc>
            </a:pPr>
            <a:r>
              <a:rPr lang="en-US" sz="1000" b="1" err="1">
                <a:solidFill>
                  <a:srgbClr val="712B13"/>
                </a:solidFill>
                <a:latin typeface="Arial"/>
                <a:ea typeface="Arial" pitchFamily="34" charset="-122"/>
                <a:cs typeface="Arial"/>
              </a:rPr>
              <a:t>오답</a:t>
            </a:r>
            <a:r>
              <a:rPr lang="en-US" sz="1000" b="1">
                <a:solidFill>
                  <a:srgbClr val="712B13"/>
                </a:solidFill>
                <a:latin typeface="Arial"/>
                <a:ea typeface="Arial" pitchFamily="34" charset="-122"/>
                <a:cs typeface="Arial"/>
              </a:rPr>
              <a:t>/</a:t>
            </a:r>
            <a:r>
              <a:rPr lang="en-US" sz="1000" b="1" err="1">
                <a:solidFill>
                  <a:srgbClr val="712B13"/>
                </a:solidFill>
                <a:latin typeface="Arial"/>
                <a:ea typeface="Arial" pitchFamily="34" charset="-122"/>
                <a:cs typeface="Arial"/>
              </a:rPr>
              <a:t>망설임</a:t>
            </a:r>
            <a:r>
              <a:rPr lang="en-US" sz="1000" b="1">
                <a:solidFill>
                  <a:srgbClr val="712B13"/>
                </a:solidFill>
                <a:latin typeface="Arial"/>
                <a:ea typeface="Arial" pitchFamily="34" charset="-122"/>
                <a:cs typeface="Arial"/>
              </a:rPr>
              <a:t>(CA2) 시  </a:t>
            </a:r>
            <a:r>
              <a:rPr lang="en-US" sz="1000" err="1">
                <a:solidFill>
                  <a:srgbClr val="712B13"/>
                </a:solidFill>
                <a:latin typeface="Arial"/>
                <a:ea typeface="Arial" pitchFamily="34" charset="-122"/>
                <a:cs typeface="Arial"/>
              </a:rPr>
              <a:t>재질문</a:t>
            </a:r>
            <a:r>
              <a:rPr lang="en-US" sz="1000">
                <a:solidFill>
                  <a:srgbClr val="712B13"/>
                </a:solidFill>
                <a:latin typeface="Arial"/>
                <a:ea typeface="Arial" pitchFamily="34" charset="-122"/>
                <a:cs typeface="Arial"/>
              </a:rPr>
              <a:t> (</a:t>
            </a:r>
            <a:r>
              <a:rPr lang="ko-KR" altLang="en-US" sz="1000" err="1">
                <a:solidFill>
                  <a:srgbClr val="712B13"/>
                </a:solidFill>
                <a:latin typeface="Arial"/>
                <a:ea typeface="Arial" pitchFamily="34" charset="-122"/>
                <a:cs typeface="Arial"/>
              </a:rPr>
              <a:t>스캐</a:t>
            </a:r>
            <a:r>
              <a:rPr lang="ko-KR" altLang="en-US" sz="1000">
                <a:solidFill>
                  <a:srgbClr val="712B13"/>
                </a:solidFill>
                <a:latin typeface="Arial"/>
                <a:ea typeface="Arial" pitchFamily="34" charset="-122"/>
                <a:cs typeface="Arial"/>
              </a:rPr>
              <a:t>폴딩</a:t>
            </a:r>
            <a:r>
              <a:rPr lang="en-US" altLang="ko-KR" sz="1000">
                <a:solidFill>
                  <a:srgbClr val="712B13"/>
                </a:solidFill>
                <a:latin typeface="Arial"/>
                <a:ea typeface="Arial" pitchFamily="34" charset="-122"/>
                <a:cs typeface="Arial"/>
              </a:rPr>
              <a:t>)</a:t>
            </a:r>
            <a:r>
              <a:rPr lang="en-US" sz="1000">
                <a:solidFill>
                  <a:srgbClr val="712B13"/>
                </a:solidFill>
                <a:latin typeface="Arial"/>
                <a:ea typeface="Arial" pitchFamily="34" charset="-122"/>
                <a:cs typeface="Arial"/>
              </a:rPr>
              <a:t> → </a:t>
            </a:r>
            <a:r>
              <a:rPr lang="en-US" sz="1000" err="1">
                <a:solidFill>
                  <a:srgbClr val="712B13"/>
                </a:solidFill>
                <a:latin typeface="Arial"/>
                <a:ea typeface="Arial" pitchFamily="34" charset="-122"/>
                <a:cs typeface="Arial"/>
              </a:rPr>
              <a:t>그래도</a:t>
            </a:r>
            <a:r>
              <a:rPr lang="en-US" sz="1000">
                <a:solidFill>
                  <a:srgbClr val="712B13"/>
                </a:solidFill>
                <a:latin typeface="Arial"/>
                <a:ea typeface="Arial" pitchFamily="34" charset="-122"/>
                <a:cs typeface="Arial"/>
              </a:rPr>
              <a:t> 못 </a:t>
            </a:r>
            <a:r>
              <a:rPr lang="en-US" sz="1000" err="1">
                <a:solidFill>
                  <a:srgbClr val="712B13"/>
                </a:solidFill>
                <a:latin typeface="Arial"/>
                <a:ea typeface="Arial" pitchFamily="34" charset="-122"/>
                <a:cs typeface="Arial"/>
              </a:rPr>
              <a:t>맞추면</a:t>
            </a:r>
            <a:r>
              <a:rPr lang="en-US" sz="1000">
                <a:solidFill>
                  <a:srgbClr val="712B13"/>
                </a:solidFill>
                <a:latin typeface="Arial"/>
                <a:ea typeface="Arial" pitchFamily="34" charset="-122"/>
                <a:cs typeface="Arial"/>
              </a:rPr>
              <a:t> 3초 </a:t>
            </a:r>
            <a:r>
              <a:rPr lang="en-US" sz="1000" err="1">
                <a:solidFill>
                  <a:srgbClr val="712B13"/>
                </a:solidFill>
                <a:latin typeface="Arial"/>
                <a:ea typeface="Arial" pitchFamily="34" charset="-122"/>
                <a:cs typeface="Arial"/>
              </a:rPr>
              <a:t>포즈</a:t>
            </a:r>
            <a:r>
              <a:rPr lang="en-US" sz="1000">
                <a:solidFill>
                  <a:srgbClr val="712B13"/>
                </a:solidFill>
                <a:latin typeface="Arial"/>
                <a:ea typeface="Arial" pitchFamily="34" charset="-122"/>
                <a:cs typeface="Arial"/>
              </a:rPr>
              <a:t> 후 </a:t>
            </a:r>
            <a:r>
              <a:rPr lang="en-US" sz="1000" err="1">
                <a:solidFill>
                  <a:srgbClr val="712B13"/>
                </a:solidFill>
                <a:latin typeface="Arial"/>
                <a:ea typeface="Arial" pitchFamily="34" charset="-122"/>
                <a:cs typeface="Arial"/>
              </a:rPr>
              <a:t>자동</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진행</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정답</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유도</a:t>
            </a:r>
            <a:r>
              <a:rPr lang="en-US" sz="1000">
                <a:solidFill>
                  <a:srgbClr val="712B13"/>
                </a:solidFill>
                <a:latin typeface="Arial"/>
                <a:ea typeface="Arial" pitchFamily="34" charset="-122"/>
                <a:cs typeface="Arial"/>
              </a:rPr>
              <a:t> 안 함).</a:t>
            </a:r>
            <a:endParaRPr lang="en-US" sz="1000">
              <a:latin typeface="Arial"/>
              <a:cs typeface="Arial"/>
            </a:endParaRPr>
          </a:p>
        </p:txBody>
      </p:sp>
      <p:sp>
        <p:nvSpPr>
          <p:cNvPr id="25" name="Text 23"/>
          <p:cNvSpPr/>
          <p:nvPr/>
        </p:nvSpPr>
        <p:spPr>
          <a:xfrm>
            <a:off x="6720840" y="3456432"/>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26" name="Shape 24"/>
          <p:cNvSpPr/>
          <p:nvPr/>
        </p:nvSpPr>
        <p:spPr>
          <a:xfrm>
            <a:off x="6720840" y="3675888"/>
            <a:ext cx="2926080" cy="329184"/>
          </a:xfrm>
          <a:prstGeom prst="roundRect">
            <a:avLst>
              <a:gd name="adj" fmla="val 50000"/>
            </a:avLst>
          </a:prstGeom>
          <a:solidFill>
            <a:srgbClr val="E6F1FB"/>
          </a:solidFill>
          <a:ln w="12700">
            <a:solidFill>
              <a:srgbClr val="185FA5"/>
            </a:solidFill>
            <a:prstDash val="solid"/>
          </a:ln>
        </p:spPr>
        <p:txBody>
          <a:bodyPr/>
          <a:lstStyle/>
          <a:p>
            <a:endParaRPr lang="ko-KR" altLang="en-US"/>
          </a:p>
        </p:txBody>
      </p:sp>
      <p:sp>
        <p:nvSpPr>
          <p:cNvPr id="27" name="Text 25"/>
          <p:cNvSpPr/>
          <p:nvPr/>
        </p:nvSpPr>
        <p:spPr>
          <a:xfrm>
            <a:off x="6720840" y="3675888"/>
            <a:ext cx="2926080" cy="329184"/>
          </a:xfrm>
          <a:prstGeom prst="rect">
            <a:avLst/>
          </a:prstGeom>
          <a:noFill/>
          <a:ln/>
        </p:spPr>
        <p:txBody>
          <a:bodyPr wrap="square" lIns="0" tIns="0" rIns="0" bIns="0" rtlCol="0" anchor="ctr"/>
          <a:lstStyle/>
          <a:p>
            <a:pPr marL="0" indent="0" algn="ctr">
              <a:buNone/>
            </a:pPr>
            <a:r>
              <a:rPr lang="en-US" sz="1000" b="1">
                <a:solidFill>
                  <a:srgbClr val="0C447C"/>
                </a:solidFill>
                <a:latin typeface="Arial" pitchFamily="34" charset="0"/>
                <a:ea typeface="Arial" pitchFamily="34" charset="-122"/>
                <a:cs typeface="Arial" pitchFamily="34" charset="-120"/>
              </a:rPr>
              <a:t>마이크 기능</a:t>
            </a:r>
            <a:endParaRPr lang="en-US" sz="1000"/>
          </a:p>
        </p:txBody>
      </p:sp>
      <p:sp>
        <p:nvSpPr>
          <p:cNvPr id="28" name="TextBox 27">
            <a:extLst>
              <a:ext uri="{FF2B5EF4-FFF2-40B4-BE49-F238E27FC236}">
                <a16:creationId xmlns:a16="http://schemas.microsoft.com/office/drawing/2014/main" id="{2EA36056-E5A8-CA55-D1CB-6654F9E57D16}"/>
              </a:ext>
            </a:extLst>
          </p:cNvPr>
          <p:cNvSpPr txBox="1"/>
          <p:nvPr/>
        </p:nvSpPr>
        <p:spPr>
          <a:xfrm>
            <a:off x="125046" y="750277"/>
            <a:ext cx="1019831"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en-US" altLang="ko-KR" b="1"/>
              <a:t>A</a:t>
            </a:r>
            <a:r>
              <a:rPr lang="ko-KR" altLang="en-US" b="1"/>
              <a:t>안</a:t>
            </a:r>
            <a:r>
              <a:rPr lang="en-US" altLang="ko-KR" b="1"/>
              <a:t>: 1</a:t>
            </a:r>
            <a:r>
              <a:rPr lang="ko-KR" altLang="en-US" b="1"/>
              <a:t>단</a:t>
            </a:r>
          </a:p>
        </p:txBody>
      </p:sp>
      <p:sp>
        <p:nvSpPr>
          <p:cNvPr id="31" name="TextBox 30">
            <a:extLst>
              <a:ext uri="{FF2B5EF4-FFF2-40B4-BE49-F238E27FC236}">
                <a16:creationId xmlns:a16="http://schemas.microsoft.com/office/drawing/2014/main" id="{DB9A4F01-ECE2-DD4B-0EF0-FD34A0279D9E}"/>
              </a:ext>
            </a:extLst>
          </p:cNvPr>
          <p:cNvSpPr txBox="1"/>
          <p:nvPr/>
        </p:nvSpPr>
        <p:spPr>
          <a:xfrm>
            <a:off x="6658708" y="4923539"/>
            <a:ext cx="3809056" cy="507831"/>
          </a:xfrm>
          <a:prstGeom prst="rect">
            <a:avLst/>
          </a:prstGeom>
          <a:noFill/>
        </p:spPr>
        <p:txBody>
          <a:bodyPr wrap="none" lIns="91440" tIns="45720" rIns="91440" bIns="45720" rtlCol="0" anchor="t">
            <a:spAutoFit/>
          </a:bodyPr>
          <a:lstStyle/>
          <a:p>
            <a:r>
              <a:rPr lang="en-US" altLang="ko-KR" sz="900" b="1">
                <a:ea typeface="맑은 고딕"/>
              </a:rPr>
              <a:t>A</a:t>
            </a:r>
            <a:r>
              <a:rPr lang="ko-KR" altLang="en-US" sz="900" b="1">
                <a:ea typeface="맑은 고딕"/>
              </a:rPr>
              <a:t>안</a:t>
            </a:r>
            <a:r>
              <a:rPr lang="en-US" altLang="ko-KR" sz="900" b="1">
                <a:ea typeface="맑은 고딕"/>
              </a:rPr>
              <a:t>: 1</a:t>
            </a:r>
            <a:r>
              <a:rPr lang="ko-KR" altLang="en-US" sz="900" b="1">
                <a:ea typeface="맑은 고딕"/>
              </a:rPr>
              <a:t>단</a:t>
            </a:r>
            <a:endParaRPr lang="en-US" altLang="ko-KR" sz="900" b="1">
              <a:ea typeface="맑은 고딕"/>
              <a:cs typeface="Calibri"/>
            </a:endParaRPr>
          </a:p>
          <a:p>
            <a:r>
              <a:rPr lang="ko-KR" altLang="en-US" sz="900">
                <a:ea typeface="맑은 고딕"/>
              </a:rPr>
              <a:t>텍스트</a:t>
            </a:r>
            <a:r>
              <a:rPr lang="en-US" altLang="ko-KR" sz="900">
                <a:ea typeface="맑은 고딕"/>
              </a:rPr>
              <a:t>(</a:t>
            </a:r>
            <a:r>
              <a:rPr lang="ko-KR" altLang="en-US" sz="900">
                <a:ea typeface="맑은 고딕"/>
              </a:rPr>
              <a:t>지문</a:t>
            </a:r>
            <a:r>
              <a:rPr lang="en-US" altLang="ko-KR" sz="900">
                <a:ea typeface="맑은 고딕"/>
              </a:rPr>
              <a:t>) – </a:t>
            </a:r>
            <a:r>
              <a:rPr lang="ko-KR" altLang="en-US" sz="900">
                <a:ea typeface="맑은 고딕"/>
              </a:rPr>
              <a:t>튜터링 </a:t>
            </a:r>
            <a:r>
              <a:rPr lang="en-US" altLang="ko-KR" sz="900">
                <a:ea typeface="맑은 고딕"/>
              </a:rPr>
              <a:t>– </a:t>
            </a:r>
            <a:r>
              <a:rPr lang="en-US" altLang="ko-KR" sz="900" err="1">
                <a:ea typeface="맑은 고딕"/>
              </a:rPr>
              <a:t>Activitiy</a:t>
            </a:r>
            <a:r>
              <a:rPr lang="en-US" altLang="ko-KR" sz="900">
                <a:ea typeface="맑은 고딕"/>
              </a:rPr>
              <a:t> </a:t>
            </a:r>
            <a:r>
              <a:rPr lang="ko-KR" altLang="en-US" sz="900">
                <a:ea typeface="맑은 고딕"/>
              </a:rPr>
              <a:t>영역이 </a:t>
            </a:r>
            <a:r>
              <a:rPr lang="en-US" altLang="ko-KR" sz="900">
                <a:ea typeface="맑은 고딕"/>
              </a:rPr>
              <a:t>2</a:t>
            </a:r>
            <a:r>
              <a:rPr lang="ko-KR" altLang="en-US" sz="900">
                <a:ea typeface="맑은 고딕"/>
              </a:rPr>
              <a:t>단으로 정렬되어 나타나는 형태</a:t>
            </a:r>
            <a:endParaRPr lang="en-US" altLang="ko-KR" sz="900">
              <a:ea typeface="맑은 고딕"/>
              <a:cs typeface="Calibri"/>
            </a:endParaRPr>
          </a:p>
          <a:p>
            <a:r>
              <a:rPr lang="en-US" altLang="ko-KR" sz="900">
                <a:ea typeface="맑은 고딕"/>
              </a:rPr>
              <a:t>*Activity</a:t>
            </a:r>
            <a:r>
              <a:rPr lang="ko-KR" altLang="en-US" sz="900">
                <a:ea typeface="맑은 고딕"/>
              </a:rPr>
              <a:t>는 경우에 따라 오버레이</a:t>
            </a:r>
            <a:endParaRPr lang="ko-KR" altLang="en-US" sz="900">
              <a:ea typeface="맑은 고딕"/>
              <a:cs typeface="Calibri"/>
            </a:endParaRPr>
          </a:p>
        </p:txBody>
      </p:sp>
      <p:sp>
        <p:nvSpPr>
          <p:cNvPr id="34" name="TextBox 33">
            <a:extLst>
              <a:ext uri="{FF2B5EF4-FFF2-40B4-BE49-F238E27FC236}">
                <a16:creationId xmlns:a16="http://schemas.microsoft.com/office/drawing/2014/main" id="{7BB19448-03BC-3C61-B2F8-26AF57E77380}"/>
              </a:ext>
            </a:extLst>
          </p:cNvPr>
          <p:cNvSpPr txBox="1"/>
          <p:nvPr/>
        </p:nvSpPr>
        <p:spPr>
          <a:xfrm>
            <a:off x="521836" y="1150358"/>
            <a:ext cx="888385" cy="253916"/>
          </a:xfrm>
          <a:prstGeom prst="rect">
            <a:avLst/>
          </a:prstGeom>
          <a:solidFill>
            <a:schemeClr val="accent2"/>
          </a:solidFill>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ko-KR" altLang="en-US" sz="1050" b="1"/>
              <a:t>텍스트 영역</a:t>
            </a:r>
          </a:p>
        </p:txBody>
      </p:sp>
      <p:sp>
        <p:nvSpPr>
          <p:cNvPr id="36" name="TextBox 35">
            <a:extLst>
              <a:ext uri="{FF2B5EF4-FFF2-40B4-BE49-F238E27FC236}">
                <a16:creationId xmlns:a16="http://schemas.microsoft.com/office/drawing/2014/main" id="{372D32D5-3AD2-BC86-9BC3-0AEF88FF0C9B}"/>
              </a:ext>
            </a:extLst>
          </p:cNvPr>
          <p:cNvSpPr txBox="1"/>
          <p:nvPr/>
        </p:nvSpPr>
        <p:spPr>
          <a:xfrm>
            <a:off x="506783" y="1986364"/>
            <a:ext cx="888385" cy="253916"/>
          </a:xfrm>
          <a:prstGeom prst="rect">
            <a:avLst/>
          </a:prstGeom>
          <a:solidFill>
            <a:schemeClr val="accent2"/>
          </a:solidFill>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ko-KR" altLang="en-US" sz="1050" b="1" err="1"/>
              <a:t>튜터링</a:t>
            </a:r>
            <a:r>
              <a:rPr lang="ko-KR" altLang="en-US" sz="1050" b="1"/>
              <a:t> 영역</a:t>
            </a:r>
          </a:p>
        </p:txBody>
      </p:sp>
      <p:sp>
        <p:nvSpPr>
          <p:cNvPr id="38" name="TextBox 37">
            <a:extLst>
              <a:ext uri="{FF2B5EF4-FFF2-40B4-BE49-F238E27FC236}">
                <a16:creationId xmlns:a16="http://schemas.microsoft.com/office/drawing/2014/main" id="{FF5804C0-A37C-C8DC-5587-2F1618FEAD3F}"/>
              </a:ext>
            </a:extLst>
          </p:cNvPr>
          <p:cNvSpPr txBox="1"/>
          <p:nvPr/>
        </p:nvSpPr>
        <p:spPr>
          <a:xfrm>
            <a:off x="506783" y="2872369"/>
            <a:ext cx="910827" cy="253916"/>
          </a:xfrm>
          <a:prstGeom prst="rect">
            <a:avLst/>
          </a:prstGeom>
          <a:solidFill>
            <a:schemeClr val="accent2"/>
          </a:solidFill>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en-US" altLang="ko-KR" sz="1050" b="1"/>
              <a:t>Activity </a:t>
            </a:r>
            <a:r>
              <a:rPr lang="ko-KR" altLang="en-US" sz="1050" b="1"/>
              <a:t>영역</a:t>
            </a:r>
            <a:endParaRPr lang="en-US" altLang="ko-KR" sz="1050" b="1"/>
          </a:p>
        </p:txBody>
      </p:sp>
      <p:sp>
        <p:nvSpPr>
          <p:cNvPr id="40" name="TextBox 39">
            <a:extLst>
              <a:ext uri="{FF2B5EF4-FFF2-40B4-BE49-F238E27FC236}">
                <a16:creationId xmlns:a16="http://schemas.microsoft.com/office/drawing/2014/main" id="{09A2E07E-86D7-7724-B09B-2CBA4420D04D}"/>
              </a:ext>
            </a:extLst>
          </p:cNvPr>
          <p:cNvSpPr txBox="1"/>
          <p:nvPr/>
        </p:nvSpPr>
        <p:spPr>
          <a:xfrm>
            <a:off x="6732954" y="4669623"/>
            <a:ext cx="753732" cy="253916"/>
          </a:xfrm>
          <a:prstGeom prst="rect">
            <a:avLst/>
          </a:prstGeom>
          <a:solidFill>
            <a:schemeClr val="accent2"/>
          </a:solidFill>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ko-KR" altLang="en-US" sz="1050" b="1"/>
              <a:t>영역 설명</a:t>
            </a:r>
            <a:endParaRPr lang="en-US" altLang="ko-KR" sz="1050" b="1"/>
          </a:p>
        </p:txBody>
      </p:sp>
      <p:sp>
        <p:nvSpPr>
          <p:cNvPr id="32" name="TextBox 31">
            <a:extLst>
              <a:ext uri="{FF2B5EF4-FFF2-40B4-BE49-F238E27FC236}">
                <a16:creationId xmlns:a16="http://schemas.microsoft.com/office/drawing/2014/main" id="{A8668AF9-3103-1C96-4DA6-C581E99456F2}"/>
              </a:ext>
            </a:extLst>
          </p:cNvPr>
          <p:cNvSpPr txBox="1"/>
          <p:nvPr/>
        </p:nvSpPr>
        <p:spPr>
          <a:xfrm>
            <a:off x="6658708" y="4106343"/>
            <a:ext cx="4784645" cy="507831"/>
          </a:xfrm>
          <a:prstGeom prst="rect">
            <a:avLst/>
          </a:prstGeom>
          <a:noFill/>
        </p:spPr>
        <p:txBody>
          <a:bodyPr wrap="square" lIns="91440" tIns="45720" rIns="91440" bIns="45720" rtlCol="0" anchor="t">
            <a:spAutoFit/>
          </a:bodyPr>
          <a:lstStyle/>
          <a:p>
            <a:r>
              <a:rPr lang="ko-KR" altLang="en-US" sz="900">
                <a:ea typeface="맑은 고딕"/>
              </a:rPr>
              <a:t>(A안, B안 동일) 학생 음성은 마이크 기능은 </a:t>
            </a:r>
            <a:r>
              <a:rPr lang="en-US" altLang="ko-KR" sz="900">
                <a:ea typeface="맑은 고딕"/>
              </a:rPr>
              <a:t>Always on</a:t>
            </a:r>
            <a:r>
              <a:rPr lang="ko-KR" altLang="en-US" sz="900">
                <a:ea typeface="맑은 고딕"/>
              </a:rPr>
              <a:t>으로 화면에 나타나지 않는 방향도 가능</a:t>
            </a:r>
            <a:endParaRPr lang="ko-KR" altLang="en-US" sz="900">
              <a:ea typeface="맑은 고딕"/>
              <a:cs typeface="Calibri"/>
            </a:endParaRPr>
          </a:p>
          <a:p>
            <a:r>
              <a:rPr lang="ko-KR" altLang="en-US" sz="900">
                <a:ea typeface="맑은 고딕"/>
                <a:cs typeface="Calibri"/>
              </a:rPr>
              <a:t>튜터링은 음성과 자막 형태 두 가지로 항상 표현됨.</a:t>
            </a:r>
          </a:p>
          <a:p>
            <a:r>
              <a:rPr lang="ko-KR" altLang="en-US" sz="900">
                <a:ea typeface="맑은 고딕"/>
                <a:cs typeface="Calibri"/>
              </a:rPr>
              <a:t>튜터링은 채팅창처럼 남지 않고</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F8ADA-3A14-927F-6280-AA1943C22FE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1C0351C-2870-E5D4-E0A3-55EA1D5EA530}"/>
              </a:ext>
            </a:extLst>
          </p:cNvPr>
          <p:cNvSpPr/>
          <p:nvPr/>
        </p:nvSpPr>
        <p:spPr>
          <a:xfrm>
            <a:off x="0" y="0"/>
            <a:ext cx="12191695" cy="566928"/>
          </a:xfrm>
          <a:prstGeom prst="rect">
            <a:avLst/>
          </a:prstGeom>
          <a:solidFill>
            <a:srgbClr val="EDEDE7"/>
          </a:solidFill>
          <a:ln/>
        </p:spPr>
        <p:txBody>
          <a:bodyPr/>
          <a:lstStyle/>
          <a:p>
            <a:endParaRPr lang="ko-KR" altLang="en-US"/>
          </a:p>
        </p:txBody>
      </p:sp>
      <p:sp>
        <p:nvSpPr>
          <p:cNvPr id="3" name="Text 1">
            <a:extLst>
              <a:ext uri="{FF2B5EF4-FFF2-40B4-BE49-F238E27FC236}">
                <a16:creationId xmlns:a16="http://schemas.microsoft.com/office/drawing/2014/main" id="{11FE0C78-6886-C75C-D75B-357FD72B6265}"/>
              </a:ext>
            </a:extLst>
          </p:cNvPr>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444441"/>
                </a:solidFill>
                <a:latin typeface="Arial" pitchFamily="34" charset="0"/>
                <a:ea typeface="Arial" pitchFamily="34" charset="-122"/>
                <a:cs typeface="Arial" pitchFamily="34" charset="-120"/>
              </a:rPr>
              <a:t>1차시  ·  1단계 · 소재 및 주제 파악 1</a:t>
            </a:r>
            <a:endParaRPr lang="en-US" sz="1600"/>
          </a:p>
        </p:txBody>
      </p:sp>
      <p:sp>
        <p:nvSpPr>
          <p:cNvPr id="4" name="Shape 2">
            <a:extLst>
              <a:ext uri="{FF2B5EF4-FFF2-40B4-BE49-F238E27FC236}">
                <a16:creationId xmlns:a16="http://schemas.microsoft.com/office/drawing/2014/main" id="{44C6C90B-5890-3982-A4A6-2AC6EACAFFA8}"/>
              </a:ext>
            </a:extLst>
          </p:cNvPr>
          <p:cNvSpPr/>
          <p:nvPr/>
        </p:nvSpPr>
        <p:spPr>
          <a:xfrm>
            <a:off x="9966960" y="128016"/>
            <a:ext cx="1828800" cy="310896"/>
          </a:xfrm>
          <a:prstGeom prst="roundRect">
            <a:avLst>
              <a:gd name="adj" fmla="val 50000"/>
            </a:avLst>
          </a:prstGeom>
          <a:solidFill>
            <a:srgbClr val="FFFFFF"/>
          </a:solidFill>
          <a:ln w="12700">
            <a:solidFill>
              <a:srgbClr val="888780"/>
            </a:solidFill>
            <a:prstDash val="solid"/>
          </a:ln>
        </p:spPr>
        <p:txBody>
          <a:bodyPr/>
          <a:lstStyle/>
          <a:p>
            <a:endParaRPr lang="ko-KR" altLang="en-US"/>
          </a:p>
        </p:txBody>
      </p:sp>
      <p:sp>
        <p:nvSpPr>
          <p:cNvPr id="5" name="Text 3">
            <a:extLst>
              <a:ext uri="{FF2B5EF4-FFF2-40B4-BE49-F238E27FC236}">
                <a16:creationId xmlns:a16="http://schemas.microsoft.com/office/drawing/2014/main" id="{EE116A69-8165-744D-B3E3-08371D35B205}"/>
              </a:ext>
            </a:extLst>
          </p:cNvPr>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444441"/>
                </a:solidFill>
                <a:latin typeface="Arial" pitchFamily="34" charset="0"/>
                <a:ea typeface="Arial" pitchFamily="34" charset="-122"/>
                <a:cs typeface="Arial" pitchFamily="34" charset="-120"/>
              </a:rPr>
              <a:t>도입</a:t>
            </a:r>
            <a:endParaRPr lang="en-US" sz="950"/>
          </a:p>
        </p:txBody>
      </p:sp>
      <p:sp>
        <p:nvSpPr>
          <p:cNvPr id="6" name="Shape 4">
            <a:extLst>
              <a:ext uri="{FF2B5EF4-FFF2-40B4-BE49-F238E27FC236}">
                <a16:creationId xmlns:a16="http://schemas.microsoft.com/office/drawing/2014/main" id="{F749852B-71FB-47ED-BA19-0E59ADE10231}"/>
              </a:ext>
            </a:extLst>
          </p:cNvPr>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txBody>
          <a:bodyPr/>
          <a:lstStyle/>
          <a:p>
            <a:endParaRPr lang="ko-KR" altLang="en-US"/>
          </a:p>
        </p:txBody>
      </p:sp>
      <p:sp>
        <p:nvSpPr>
          <p:cNvPr id="7" name="Shape 5">
            <a:extLst>
              <a:ext uri="{FF2B5EF4-FFF2-40B4-BE49-F238E27FC236}">
                <a16:creationId xmlns:a16="http://schemas.microsoft.com/office/drawing/2014/main" id="{91020151-C816-EEBD-F0D8-6ADC7D242ECA}"/>
              </a:ext>
            </a:extLst>
          </p:cNvPr>
          <p:cNvSpPr/>
          <p:nvPr/>
        </p:nvSpPr>
        <p:spPr>
          <a:xfrm>
            <a:off x="457200" y="868680"/>
            <a:ext cx="5943600" cy="256032"/>
          </a:xfrm>
          <a:prstGeom prst="rect">
            <a:avLst/>
          </a:prstGeom>
          <a:solidFill>
            <a:srgbClr val="F0EEE7"/>
          </a:solidFill>
          <a:ln w="9525">
            <a:solidFill>
              <a:srgbClr val="B9B6AC"/>
            </a:solidFill>
            <a:prstDash val="solid"/>
          </a:ln>
        </p:spPr>
        <p:txBody>
          <a:bodyPr/>
          <a:lstStyle/>
          <a:p>
            <a:endParaRPr lang="ko-KR" altLang="en-US"/>
          </a:p>
        </p:txBody>
      </p:sp>
      <p:sp>
        <p:nvSpPr>
          <p:cNvPr id="8" name="Shape 6">
            <a:extLst>
              <a:ext uri="{FF2B5EF4-FFF2-40B4-BE49-F238E27FC236}">
                <a16:creationId xmlns:a16="http://schemas.microsoft.com/office/drawing/2014/main" id="{F98D2842-A913-477D-7B86-370B1F63C456}"/>
              </a:ext>
            </a:extLst>
          </p:cNvPr>
          <p:cNvSpPr/>
          <p:nvPr/>
        </p:nvSpPr>
        <p:spPr>
          <a:xfrm>
            <a:off x="585216" y="960120"/>
            <a:ext cx="73152" cy="73152"/>
          </a:xfrm>
          <a:prstGeom prst="ellipse">
            <a:avLst/>
          </a:prstGeom>
          <a:solidFill>
            <a:srgbClr val="C7C4B9"/>
          </a:solidFill>
          <a:ln/>
        </p:spPr>
        <p:txBody>
          <a:bodyPr/>
          <a:lstStyle/>
          <a:p>
            <a:endParaRPr lang="ko-KR" altLang="en-US"/>
          </a:p>
        </p:txBody>
      </p:sp>
      <p:sp>
        <p:nvSpPr>
          <p:cNvPr id="9" name="Shape 7">
            <a:extLst>
              <a:ext uri="{FF2B5EF4-FFF2-40B4-BE49-F238E27FC236}">
                <a16:creationId xmlns:a16="http://schemas.microsoft.com/office/drawing/2014/main" id="{85419E98-DFA3-44E1-74F2-6EB5186E1A53}"/>
              </a:ext>
            </a:extLst>
          </p:cNvPr>
          <p:cNvSpPr/>
          <p:nvPr/>
        </p:nvSpPr>
        <p:spPr>
          <a:xfrm>
            <a:off x="731520" y="960120"/>
            <a:ext cx="73152" cy="73152"/>
          </a:xfrm>
          <a:prstGeom prst="ellipse">
            <a:avLst/>
          </a:prstGeom>
          <a:solidFill>
            <a:srgbClr val="C7C4B9"/>
          </a:solidFill>
          <a:ln/>
        </p:spPr>
        <p:txBody>
          <a:bodyPr/>
          <a:lstStyle/>
          <a:p>
            <a:endParaRPr lang="ko-KR" altLang="en-US"/>
          </a:p>
        </p:txBody>
      </p:sp>
      <p:sp>
        <p:nvSpPr>
          <p:cNvPr id="10" name="Shape 8">
            <a:extLst>
              <a:ext uri="{FF2B5EF4-FFF2-40B4-BE49-F238E27FC236}">
                <a16:creationId xmlns:a16="http://schemas.microsoft.com/office/drawing/2014/main" id="{F43A17D0-5149-1DB0-8B81-3AAFBD53D820}"/>
              </a:ext>
            </a:extLst>
          </p:cNvPr>
          <p:cNvSpPr/>
          <p:nvPr/>
        </p:nvSpPr>
        <p:spPr>
          <a:xfrm>
            <a:off x="877824" y="960120"/>
            <a:ext cx="73152" cy="73152"/>
          </a:xfrm>
          <a:prstGeom prst="ellipse">
            <a:avLst/>
          </a:prstGeom>
          <a:solidFill>
            <a:srgbClr val="C7C4B9"/>
          </a:solidFill>
          <a:ln/>
        </p:spPr>
        <p:txBody>
          <a:bodyPr/>
          <a:lstStyle/>
          <a:p>
            <a:endParaRPr lang="ko-KR" altLang="en-US"/>
          </a:p>
        </p:txBody>
      </p:sp>
      <p:sp>
        <p:nvSpPr>
          <p:cNvPr id="11" name="Shape 9">
            <a:extLst>
              <a:ext uri="{FF2B5EF4-FFF2-40B4-BE49-F238E27FC236}">
                <a16:creationId xmlns:a16="http://schemas.microsoft.com/office/drawing/2014/main" id="{1B17D8DC-5B9D-D531-4CB6-A7CB11155705}"/>
              </a:ext>
            </a:extLst>
          </p:cNvPr>
          <p:cNvSpPr/>
          <p:nvPr/>
        </p:nvSpPr>
        <p:spPr>
          <a:xfrm>
            <a:off x="621791" y="1252727"/>
            <a:ext cx="3348423" cy="1779641"/>
          </a:xfrm>
          <a:prstGeom prst="roundRect">
            <a:avLst>
              <a:gd name="adj" fmla="val 8065"/>
            </a:avLst>
          </a:prstGeom>
          <a:solidFill>
            <a:srgbClr val="F1EFE8"/>
          </a:solidFill>
          <a:ln w="9525">
            <a:solidFill>
              <a:srgbClr val="D9D7CE"/>
            </a:solidFill>
            <a:prstDash val="solid"/>
          </a:ln>
        </p:spPr>
        <p:txBody>
          <a:bodyPr/>
          <a:lstStyle/>
          <a:p>
            <a:endParaRPr lang="ko-KR" altLang="en-US"/>
          </a:p>
        </p:txBody>
      </p:sp>
      <p:sp>
        <p:nvSpPr>
          <p:cNvPr id="12" name="Text 10">
            <a:extLst>
              <a:ext uri="{FF2B5EF4-FFF2-40B4-BE49-F238E27FC236}">
                <a16:creationId xmlns:a16="http://schemas.microsoft.com/office/drawing/2014/main" id="{767D9175-923C-491A-1A75-9A25D3980169}"/>
              </a:ext>
            </a:extLst>
          </p:cNvPr>
          <p:cNvSpPr/>
          <p:nvPr/>
        </p:nvSpPr>
        <p:spPr>
          <a:xfrm>
            <a:off x="731519" y="1482776"/>
            <a:ext cx="3168357" cy="566928"/>
          </a:xfrm>
          <a:prstGeom prst="rect">
            <a:avLst/>
          </a:prstGeom>
          <a:noFill/>
          <a:ln/>
        </p:spPr>
        <p:txBody>
          <a:bodyPr wrap="square" lIns="0" tIns="0" rIns="0" bIns="0" rtlCol="0" anchor="ctr"/>
          <a:lstStyle/>
          <a:p>
            <a:pPr marL="0" indent="0">
              <a:lnSpc>
                <a:spcPct val="105000"/>
              </a:lnSpc>
              <a:buNone/>
            </a:pPr>
            <a:r>
              <a:rPr lang="en-US" sz="900" i="1">
                <a:solidFill>
                  <a:srgbClr val="6D6A63"/>
                </a:solidFill>
                <a:latin typeface="Arial" pitchFamily="34" charset="0"/>
                <a:ea typeface="Arial" pitchFamily="34" charset="-122"/>
                <a:cs typeface="Arial" pitchFamily="34" charset="-120"/>
              </a:rPr>
              <a:t>Violent video games are still blamed for real violence, though that link has never been proven. Today, the real question is whether kids should be allowed to play them at all.</a:t>
            </a:r>
            <a:endParaRPr lang="en-US" sz="900"/>
          </a:p>
        </p:txBody>
      </p:sp>
      <p:sp>
        <p:nvSpPr>
          <p:cNvPr id="13" name="Shape 11">
            <a:extLst>
              <a:ext uri="{FF2B5EF4-FFF2-40B4-BE49-F238E27FC236}">
                <a16:creationId xmlns:a16="http://schemas.microsoft.com/office/drawing/2014/main" id="{E5E10EDC-1B4B-58C7-9667-340723DF099C}"/>
              </a:ext>
            </a:extLst>
          </p:cNvPr>
          <p:cNvSpPr/>
          <p:nvPr/>
        </p:nvSpPr>
        <p:spPr>
          <a:xfrm>
            <a:off x="621792" y="4425152"/>
            <a:ext cx="5614416" cy="566928"/>
          </a:xfrm>
          <a:prstGeom prst="roundRect">
            <a:avLst>
              <a:gd name="adj" fmla="val 19355"/>
            </a:avLst>
          </a:prstGeom>
          <a:solidFill>
            <a:srgbClr val="E6F1FB"/>
          </a:solidFill>
          <a:ln w="9525">
            <a:solidFill>
              <a:srgbClr val="185FA5"/>
            </a:solidFill>
            <a:prstDash val="solid"/>
          </a:ln>
        </p:spPr>
        <p:txBody>
          <a:bodyPr/>
          <a:lstStyle/>
          <a:p>
            <a:endParaRPr lang="ko-KR" altLang="en-US"/>
          </a:p>
        </p:txBody>
      </p:sp>
      <p:sp>
        <p:nvSpPr>
          <p:cNvPr id="14" name="Text 12">
            <a:extLst>
              <a:ext uri="{FF2B5EF4-FFF2-40B4-BE49-F238E27FC236}">
                <a16:creationId xmlns:a16="http://schemas.microsoft.com/office/drawing/2014/main" id="{F0BAA891-4FA3-3A4A-F755-C41E6F180584}"/>
              </a:ext>
            </a:extLst>
          </p:cNvPr>
          <p:cNvSpPr/>
          <p:nvPr/>
        </p:nvSpPr>
        <p:spPr>
          <a:xfrm>
            <a:off x="749808" y="4425152"/>
            <a:ext cx="5358384" cy="566928"/>
          </a:xfrm>
          <a:prstGeom prst="rect">
            <a:avLst/>
          </a:prstGeom>
          <a:noFill/>
          <a:ln/>
        </p:spPr>
        <p:txBody>
          <a:bodyPr wrap="square" lIns="0" tIns="0" rIns="0" bIns="0" rtlCol="0" anchor="ctr"/>
          <a:lstStyle/>
          <a:p>
            <a:pPr marL="0" indent="0">
              <a:lnSpc>
                <a:spcPct val="105000"/>
              </a:lnSpc>
              <a:buNone/>
            </a:pPr>
            <a:r>
              <a:rPr lang="en-US" sz="900" b="1">
                <a:solidFill>
                  <a:srgbClr val="185FA5"/>
                </a:solidFill>
                <a:latin typeface="Arial" pitchFamily="34" charset="0"/>
                <a:ea typeface="Arial" pitchFamily="34" charset="-122"/>
                <a:cs typeface="Arial" pitchFamily="34" charset="-120"/>
              </a:rPr>
              <a:t>🎙 튜터  </a:t>
            </a:r>
            <a:r>
              <a:rPr lang="en-US" sz="1000">
                <a:solidFill>
                  <a:srgbClr val="0C447C"/>
                </a:solidFill>
                <a:latin typeface="Arial" pitchFamily="34" charset="0"/>
                <a:ea typeface="Arial" pitchFamily="34" charset="-122"/>
                <a:cs typeface="Arial" pitchFamily="34" charset="-120"/>
              </a:rPr>
              <a:t>이 글은 무엇에 관한 글일까? (소재)</a:t>
            </a:r>
            <a:endParaRPr lang="en-US" sz="900"/>
          </a:p>
        </p:txBody>
      </p:sp>
      <p:sp>
        <p:nvSpPr>
          <p:cNvPr id="19" name="Text 17">
            <a:extLst>
              <a:ext uri="{FF2B5EF4-FFF2-40B4-BE49-F238E27FC236}">
                <a16:creationId xmlns:a16="http://schemas.microsoft.com/office/drawing/2014/main" id="{1EF3F96C-5759-FD07-9003-B3B0CFA557B5}"/>
              </a:ext>
            </a:extLst>
          </p:cNvPr>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20" name="Text 18">
            <a:extLst>
              <a:ext uri="{FF2B5EF4-FFF2-40B4-BE49-F238E27FC236}">
                <a16:creationId xmlns:a16="http://schemas.microsoft.com/office/drawing/2014/main" id="{3CCE2B46-1A45-5346-C6BB-E93672940E8E}"/>
              </a:ext>
            </a:extLst>
          </p:cNvPr>
          <p:cNvSpPr/>
          <p:nvPr/>
        </p:nvSpPr>
        <p:spPr>
          <a:xfrm>
            <a:off x="6720840" y="1088136"/>
            <a:ext cx="5029200" cy="365760"/>
          </a:xfrm>
          <a:prstGeom prst="rect">
            <a:avLst/>
          </a:prstGeom>
          <a:noFill/>
          <a:ln/>
        </p:spPr>
        <p:txBody>
          <a:bodyPr wrap="square" lIns="0" tIns="0" rIns="0" bIns="0" rtlCol="0" anchor="ctr"/>
          <a:lstStyle/>
          <a:p>
            <a:pPr marL="0" indent="0">
              <a:lnSpc>
                <a:spcPct val="110000"/>
              </a:lnSpc>
              <a:buNone/>
            </a:pPr>
            <a:r>
              <a:rPr lang="en-US" sz="1200" b="1">
                <a:solidFill>
                  <a:srgbClr val="26221C"/>
                </a:solidFill>
                <a:latin typeface="Arial" pitchFamily="34" charset="0"/>
                <a:ea typeface="Arial" pitchFamily="34" charset="-122"/>
                <a:cs typeface="Arial" pitchFamily="34" charset="-120"/>
              </a:rPr>
              <a:t>지문의 소재(비디오 게임)를 스스로 말하게 한다.</a:t>
            </a:r>
            <a:endParaRPr lang="en-US" sz="1200"/>
          </a:p>
        </p:txBody>
      </p:sp>
      <p:sp>
        <p:nvSpPr>
          <p:cNvPr id="21" name="Shape 19">
            <a:extLst>
              <a:ext uri="{FF2B5EF4-FFF2-40B4-BE49-F238E27FC236}">
                <a16:creationId xmlns:a16="http://schemas.microsoft.com/office/drawing/2014/main" id="{9B5A881F-393F-0668-7236-C9551711BB8C}"/>
              </a:ext>
            </a:extLst>
          </p:cNvPr>
          <p:cNvSpPr/>
          <p:nvPr/>
        </p:nvSpPr>
        <p:spPr>
          <a:xfrm>
            <a:off x="6720840" y="1591056"/>
            <a:ext cx="5029200" cy="822960"/>
          </a:xfrm>
          <a:prstGeom prst="roundRect">
            <a:avLst>
              <a:gd name="adj" fmla="val 6667"/>
            </a:avLst>
          </a:prstGeom>
          <a:solidFill>
            <a:srgbClr val="EAF3DE"/>
          </a:solidFill>
          <a:ln w="9525">
            <a:solidFill>
              <a:srgbClr val="3B6D11"/>
            </a:solidFill>
            <a:prstDash val="solid"/>
          </a:ln>
        </p:spPr>
        <p:txBody>
          <a:bodyPr/>
          <a:lstStyle/>
          <a:p>
            <a:endParaRPr lang="ko-KR" altLang="en-US"/>
          </a:p>
        </p:txBody>
      </p:sp>
      <p:sp>
        <p:nvSpPr>
          <p:cNvPr id="22" name="Text 20">
            <a:extLst>
              <a:ext uri="{FF2B5EF4-FFF2-40B4-BE49-F238E27FC236}">
                <a16:creationId xmlns:a16="http://schemas.microsoft.com/office/drawing/2014/main" id="{E69EA108-A5ED-8B38-8C81-4FC849A30FC3}"/>
              </a:ext>
            </a:extLst>
          </p:cNvPr>
          <p:cNvSpPr/>
          <p:nvPr/>
        </p:nvSpPr>
        <p:spPr>
          <a:xfrm>
            <a:off x="6848856" y="1645920"/>
            <a:ext cx="4773168" cy="713232"/>
          </a:xfrm>
          <a:prstGeom prst="rect">
            <a:avLst/>
          </a:prstGeom>
          <a:noFill/>
          <a:ln/>
        </p:spPr>
        <p:txBody>
          <a:bodyPr wrap="square" lIns="0" tIns="0" rIns="0" bIns="0" rtlCol="0" anchor="t"/>
          <a:lstStyle/>
          <a:p>
            <a:pPr marL="0" indent="0">
              <a:lnSpc>
                <a:spcPct val="115000"/>
              </a:lnSpc>
              <a:buNone/>
            </a:pPr>
            <a:r>
              <a:rPr lang="en-US" sz="1000" b="1">
                <a:solidFill>
                  <a:srgbClr val="27500A"/>
                </a:solidFill>
                <a:latin typeface="Arial" pitchFamily="34" charset="0"/>
                <a:ea typeface="Arial" pitchFamily="34" charset="-122"/>
                <a:cs typeface="Arial" pitchFamily="34" charset="-120"/>
              </a:rPr>
              <a:t>정답(CA1) 시  </a:t>
            </a:r>
            <a:r>
              <a:rPr lang="en-US" sz="1000">
                <a:solidFill>
                  <a:srgbClr val="27500A"/>
                </a:solidFill>
                <a:latin typeface="Arial" pitchFamily="34" charset="0"/>
                <a:ea typeface="Arial" pitchFamily="34" charset="-122"/>
                <a:cs typeface="Arial" pitchFamily="34" charset="-120"/>
              </a:rPr>
              <a:t>“게임” 답변 → 짧은 반응(“그래.”) 후 다음 단계로.</a:t>
            </a:r>
            <a:endParaRPr lang="en-US" sz="1000"/>
          </a:p>
        </p:txBody>
      </p:sp>
      <p:sp>
        <p:nvSpPr>
          <p:cNvPr id="23" name="Shape 21">
            <a:extLst>
              <a:ext uri="{FF2B5EF4-FFF2-40B4-BE49-F238E27FC236}">
                <a16:creationId xmlns:a16="http://schemas.microsoft.com/office/drawing/2014/main" id="{E4C68D84-FC9C-1E05-F22A-C526A7B17061}"/>
              </a:ext>
            </a:extLst>
          </p:cNvPr>
          <p:cNvSpPr/>
          <p:nvPr/>
        </p:nvSpPr>
        <p:spPr>
          <a:xfrm>
            <a:off x="6720840" y="2523744"/>
            <a:ext cx="5029200" cy="822960"/>
          </a:xfrm>
          <a:prstGeom prst="roundRect">
            <a:avLst>
              <a:gd name="adj" fmla="val 6667"/>
            </a:avLst>
          </a:prstGeom>
          <a:solidFill>
            <a:srgbClr val="FAECE7"/>
          </a:solidFill>
          <a:ln w="9525">
            <a:solidFill>
              <a:srgbClr val="993C1D"/>
            </a:solidFill>
            <a:prstDash val="solid"/>
          </a:ln>
        </p:spPr>
        <p:txBody>
          <a:bodyPr/>
          <a:lstStyle/>
          <a:p>
            <a:endParaRPr lang="ko-KR" altLang="en-US"/>
          </a:p>
        </p:txBody>
      </p:sp>
      <p:sp>
        <p:nvSpPr>
          <p:cNvPr id="24" name="Text 22">
            <a:extLst>
              <a:ext uri="{FF2B5EF4-FFF2-40B4-BE49-F238E27FC236}">
                <a16:creationId xmlns:a16="http://schemas.microsoft.com/office/drawing/2014/main" id="{C69A0B99-8494-BF58-D1A4-1E3DF0BECFA7}"/>
              </a:ext>
            </a:extLst>
          </p:cNvPr>
          <p:cNvSpPr/>
          <p:nvPr/>
        </p:nvSpPr>
        <p:spPr>
          <a:xfrm>
            <a:off x="6848856" y="2578608"/>
            <a:ext cx="4773168" cy="713232"/>
          </a:xfrm>
          <a:prstGeom prst="rect">
            <a:avLst/>
          </a:prstGeom>
          <a:noFill/>
          <a:ln/>
        </p:spPr>
        <p:txBody>
          <a:bodyPr wrap="square" lIns="0" tIns="0" rIns="0" bIns="0" rtlCol="0" anchor="t"/>
          <a:lstStyle/>
          <a:p>
            <a:pPr>
              <a:lnSpc>
                <a:spcPct val="115000"/>
              </a:lnSpc>
            </a:pPr>
            <a:r>
              <a:rPr lang="en-US" sz="1000" b="1" err="1">
                <a:solidFill>
                  <a:srgbClr val="712B13"/>
                </a:solidFill>
                <a:latin typeface="Arial"/>
                <a:ea typeface="Arial" pitchFamily="34" charset="-122"/>
                <a:cs typeface="Arial"/>
              </a:rPr>
              <a:t>오답</a:t>
            </a:r>
            <a:r>
              <a:rPr lang="en-US" sz="1000" b="1">
                <a:solidFill>
                  <a:srgbClr val="712B13"/>
                </a:solidFill>
                <a:latin typeface="Arial"/>
                <a:ea typeface="Arial" pitchFamily="34" charset="-122"/>
                <a:cs typeface="Arial"/>
              </a:rPr>
              <a:t>/</a:t>
            </a:r>
            <a:r>
              <a:rPr lang="en-US" sz="1000" b="1" err="1">
                <a:solidFill>
                  <a:srgbClr val="712B13"/>
                </a:solidFill>
                <a:latin typeface="Arial"/>
                <a:ea typeface="Arial" pitchFamily="34" charset="-122"/>
                <a:cs typeface="Arial"/>
              </a:rPr>
              <a:t>망설임</a:t>
            </a:r>
            <a:r>
              <a:rPr lang="en-US" sz="1000" b="1">
                <a:solidFill>
                  <a:srgbClr val="712B13"/>
                </a:solidFill>
                <a:latin typeface="Arial"/>
                <a:ea typeface="Arial" pitchFamily="34" charset="-122"/>
                <a:cs typeface="Arial"/>
              </a:rPr>
              <a:t>(CA2) 시  </a:t>
            </a:r>
            <a:r>
              <a:rPr lang="en-US" sz="1000" err="1">
                <a:solidFill>
                  <a:srgbClr val="712B13"/>
                </a:solidFill>
                <a:latin typeface="Arial"/>
                <a:ea typeface="Arial" pitchFamily="34" charset="-122"/>
                <a:cs typeface="Arial"/>
              </a:rPr>
              <a:t>재질문</a:t>
            </a:r>
            <a:r>
              <a:rPr lang="en-US" sz="1000">
                <a:solidFill>
                  <a:srgbClr val="712B13"/>
                </a:solidFill>
                <a:latin typeface="Arial"/>
                <a:ea typeface="Arial" pitchFamily="34" charset="-122"/>
                <a:cs typeface="Arial"/>
              </a:rPr>
              <a:t> (</a:t>
            </a:r>
            <a:r>
              <a:rPr lang="ko-KR" altLang="en-US" sz="1000" err="1">
                <a:solidFill>
                  <a:srgbClr val="712B13"/>
                </a:solidFill>
                <a:latin typeface="Arial"/>
                <a:ea typeface="Arial" pitchFamily="34" charset="-122"/>
                <a:cs typeface="Arial"/>
              </a:rPr>
              <a:t>스캐폴딩</a:t>
            </a:r>
            <a:r>
              <a:rPr lang="en-US" altLang="ko-KR" sz="1000">
                <a:solidFill>
                  <a:srgbClr val="712B13"/>
                </a:solidFill>
                <a:latin typeface="Arial"/>
                <a:ea typeface="Arial" pitchFamily="34" charset="-122"/>
                <a:cs typeface="Arial"/>
              </a:rPr>
              <a:t>) </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그래도</a:t>
            </a:r>
            <a:r>
              <a:rPr lang="en-US" sz="1000">
                <a:solidFill>
                  <a:srgbClr val="712B13"/>
                </a:solidFill>
                <a:latin typeface="Arial"/>
                <a:ea typeface="Arial" pitchFamily="34" charset="-122"/>
                <a:cs typeface="Arial"/>
              </a:rPr>
              <a:t> 못 </a:t>
            </a:r>
            <a:r>
              <a:rPr lang="en-US" sz="1000" err="1">
                <a:solidFill>
                  <a:srgbClr val="712B13"/>
                </a:solidFill>
                <a:latin typeface="Arial"/>
                <a:ea typeface="Arial" pitchFamily="34" charset="-122"/>
                <a:cs typeface="Arial"/>
              </a:rPr>
              <a:t>맞추면</a:t>
            </a:r>
            <a:r>
              <a:rPr lang="en-US" sz="1000">
                <a:solidFill>
                  <a:srgbClr val="712B13"/>
                </a:solidFill>
                <a:latin typeface="Arial"/>
                <a:ea typeface="Arial" pitchFamily="34" charset="-122"/>
                <a:cs typeface="Arial"/>
              </a:rPr>
              <a:t> 3초 </a:t>
            </a:r>
            <a:r>
              <a:rPr lang="en-US" sz="1000" err="1">
                <a:solidFill>
                  <a:srgbClr val="712B13"/>
                </a:solidFill>
                <a:latin typeface="Arial"/>
                <a:ea typeface="Arial" pitchFamily="34" charset="-122"/>
                <a:cs typeface="Arial"/>
              </a:rPr>
              <a:t>포즈</a:t>
            </a:r>
            <a:r>
              <a:rPr lang="en-US" sz="1000">
                <a:solidFill>
                  <a:srgbClr val="712B13"/>
                </a:solidFill>
                <a:latin typeface="Arial"/>
                <a:ea typeface="Arial" pitchFamily="34" charset="-122"/>
                <a:cs typeface="Arial"/>
              </a:rPr>
              <a:t> 후 </a:t>
            </a:r>
            <a:r>
              <a:rPr lang="en-US" sz="1000" err="1">
                <a:solidFill>
                  <a:srgbClr val="712B13"/>
                </a:solidFill>
                <a:latin typeface="Arial"/>
                <a:ea typeface="Arial" pitchFamily="34" charset="-122"/>
                <a:cs typeface="Arial"/>
              </a:rPr>
              <a:t>자동</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진행</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정답</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유도</a:t>
            </a:r>
            <a:r>
              <a:rPr lang="en-US" sz="1000">
                <a:solidFill>
                  <a:srgbClr val="712B13"/>
                </a:solidFill>
                <a:latin typeface="Arial"/>
                <a:ea typeface="Arial" pitchFamily="34" charset="-122"/>
                <a:cs typeface="Arial"/>
              </a:rPr>
              <a:t> 안 함).</a:t>
            </a:r>
            <a:endParaRPr lang="en-US" sz="1000">
              <a:latin typeface="Arial"/>
              <a:cs typeface="Arial"/>
            </a:endParaRPr>
          </a:p>
        </p:txBody>
      </p:sp>
      <p:sp>
        <p:nvSpPr>
          <p:cNvPr id="25" name="Text 23">
            <a:extLst>
              <a:ext uri="{FF2B5EF4-FFF2-40B4-BE49-F238E27FC236}">
                <a16:creationId xmlns:a16="http://schemas.microsoft.com/office/drawing/2014/main" id="{ABA399AD-D324-8E77-B1CB-7F98B2A5CFBD}"/>
              </a:ext>
            </a:extLst>
          </p:cNvPr>
          <p:cNvSpPr/>
          <p:nvPr/>
        </p:nvSpPr>
        <p:spPr>
          <a:xfrm>
            <a:off x="6720840" y="3456432"/>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26" name="Shape 24">
            <a:extLst>
              <a:ext uri="{FF2B5EF4-FFF2-40B4-BE49-F238E27FC236}">
                <a16:creationId xmlns:a16="http://schemas.microsoft.com/office/drawing/2014/main" id="{B4F34470-9948-6092-85C0-F2C3D0CA9BCD}"/>
              </a:ext>
            </a:extLst>
          </p:cNvPr>
          <p:cNvSpPr/>
          <p:nvPr/>
        </p:nvSpPr>
        <p:spPr>
          <a:xfrm>
            <a:off x="6720840" y="3675888"/>
            <a:ext cx="2926080" cy="329184"/>
          </a:xfrm>
          <a:prstGeom prst="roundRect">
            <a:avLst>
              <a:gd name="adj" fmla="val 50000"/>
            </a:avLst>
          </a:prstGeom>
          <a:solidFill>
            <a:srgbClr val="E6F1FB"/>
          </a:solidFill>
          <a:ln w="12700">
            <a:solidFill>
              <a:srgbClr val="185FA5"/>
            </a:solidFill>
            <a:prstDash val="solid"/>
          </a:ln>
        </p:spPr>
        <p:txBody>
          <a:bodyPr/>
          <a:lstStyle/>
          <a:p>
            <a:endParaRPr lang="ko-KR" altLang="en-US"/>
          </a:p>
        </p:txBody>
      </p:sp>
      <p:sp>
        <p:nvSpPr>
          <p:cNvPr id="27" name="Text 25">
            <a:extLst>
              <a:ext uri="{FF2B5EF4-FFF2-40B4-BE49-F238E27FC236}">
                <a16:creationId xmlns:a16="http://schemas.microsoft.com/office/drawing/2014/main" id="{FE1AEF20-76AB-C25F-3F36-7C7D5D03FE6A}"/>
              </a:ext>
            </a:extLst>
          </p:cNvPr>
          <p:cNvSpPr/>
          <p:nvPr/>
        </p:nvSpPr>
        <p:spPr>
          <a:xfrm>
            <a:off x="6720840" y="3675888"/>
            <a:ext cx="2926080" cy="329184"/>
          </a:xfrm>
          <a:prstGeom prst="rect">
            <a:avLst/>
          </a:prstGeom>
          <a:noFill/>
          <a:ln/>
        </p:spPr>
        <p:txBody>
          <a:bodyPr wrap="square" lIns="0" tIns="0" rIns="0" bIns="0" rtlCol="0" anchor="ctr"/>
          <a:lstStyle/>
          <a:p>
            <a:pPr marL="0" indent="0" algn="ctr">
              <a:buNone/>
            </a:pPr>
            <a:r>
              <a:rPr lang="en-US" sz="1000" b="1">
                <a:solidFill>
                  <a:srgbClr val="0C447C"/>
                </a:solidFill>
                <a:latin typeface="Arial" pitchFamily="34" charset="0"/>
                <a:ea typeface="Arial" pitchFamily="34" charset="-122"/>
                <a:cs typeface="Arial" pitchFamily="34" charset="-120"/>
              </a:rPr>
              <a:t>마이크 기능</a:t>
            </a:r>
            <a:endParaRPr lang="en-US" sz="1000"/>
          </a:p>
        </p:txBody>
      </p:sp>
      <p:sp>
        <p:nvSpPr>
          <p:cNvPr id="29" name="TextBox 28">
            <a:extLst>
              <a:ext uri="{FF2B5EF4-FFF2-40B4-BE49-F238E27FC236}">
                <a16:creationId xmlns:a16="http://schemas.microsoft.com/office/drawing/2014/main" id="{B1E6BC18-91DE-C876-D448-68A74C0428C5}"/>
              </a:ext>
            </a:extLst>
          </p:cNvPr>
          <p:cNvSpPr txBox="1"/>
          <p:nvPr/>
        </p:nvSpPr>
        <p:spPr>
          <a:xfrm>
            <a:off x="125046" y="750277"/>
            <a:ext cx="101021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en-US" altLang="ko-KR" b="1"/>
              <a:t>B</a:t>
            </a:r>
            <a:r>
              <a:rPr lang="ko-KR" altLang="en-US" b="1"/>
              <a:t>안</a:t>
            </a:r>
            <a:r>
              <a:rPr lang="en-US" altLang="ko-KR" b="1"/>
              <a:t>: 2</a:t>
            </a:r>
            <a:r>
              <a:rPr lang="ko-KR" altLang="en-US" b="1"/>
              <a:t>단</a:t>
            </a:r>
          </a:p>
        </p:txBody>
      </p:sp>
      <p:sp>
        <p:nvSpPr>
          <p:cNvPr id="31" name="TextBox 30">
            <a:extLst>
              <a:ext uri="{FF2B5EF4-FFF2-40B4-BE49-F238E27FC236}">
                <a16:creationId xmlns:a16="http://schemas.microsoft.com/office/drawing/2014/main" id="{69BC90D4-698F-519F-CD78-6472C8851966}"/>
              </a:ext>
            </a:extLst>
          </p:cNvPr>
          <p:cNvSpPr txBox="1"/>
          <p:nvPr/>
        </p:nvSpPr>
        <p:spPr>
          <a:xfrm>
            <a:off x="6658708" y="4106343"/>
            <a:ext cx="4784645" cy="646331"/>
          </a:xfrm>
          <a:prstGeom prst="rect">
            <a:avLst/>
          </a:prstGeom>
          <a:noFill/>
        </p:spPr>
        <p:txBody>
          <a:bodyPr wrap="square" lIns="91440" tIns="45720" rIns="91440" bIns="45720" rtlCol="0" anchor="t">
            <a:spAutoFit/>
          </a:bodyPr>
          <a:lstStyle/>
          <a:p>
            <a:r>
              <a:rPr lang="ko-KR" sz="900">
                <a:ea typeface="맑은 고딕"/>
              </a:rPr>
              <a:t>(A안, B안 동일) 학생 음성은 마이크 기능은 </a:t>
            </a:r>
            <a:r>
              <a:rPr lang="en-US" sz="900">
                <a:ea typeface="Calibri"/>
              </a:rPr>
              <a:t>Always on</a:t>
            </a:r>
            <a:r>
              <a:rPr lang="ko-KR" sz="900">
                <a:ea typeface="맑은 고딕"/>
              </a:rPr>
              <a:t>으로 화면에 나타나지 않는 방향도 가능</a:t>
            </a:r>
            <a:endParaRPr lang="ko-KR" sz="900">
              <a:ea typeface="맑은 고딕"/>
              <a:cs typeface="Calibri"/>
            </a:endParaRPr>
          </a:p>
          <a:p>
            <a:r>
              <a:rPr lang="ko-KR" sz="900">
                <a:ea typeface="맑은 고딕"/>
                <a:cs typeface="Calibri"/>
              </a:rPr>
              <a:t>튜터링은 음성과 자막 형태 두 가지로 항상 표현됨.</a:t>
            </a:r>
            <a:endParaRPr lang="en-US" sz="900">
              <a:ea typeface="Calibri"/>
              <a:cs typeface="Calibri" panose="020F0502020204030204"/>
            </a:endParaRPr>
          </a:p>
          <a:p>
            <a:r>
              <a:rPr lang="ko-KR" sz="900">
                <a:ea typeface="맑은 고딕"/>
                <a:cs typeface="Calibri" panose="020F0502020204030204"/>
              </a:rPr>
              <a:t>튜터링은 채팅창처럼 남지 않고</a:t>
            </a:r>
            <a:endParaRPr lang="en-US" sz="900">
              <a:ea typeface="Calibri"/>
              <a:cs typeface="Calibri" panose="020F0502020204030204"/>
            </a:endParaRPr>
          </a:p>
          <a:p>
            <a:endParaRPr lang="ko-KR" altLang="en-US" sz="900">
              <a:ea typeface="맑은 고딕"/>
              <a:cs typeface="Calibri" panose="020F0502020204030204"/>
            </a:endParaRPr>
          </a:p>
        </p:txBody>
      </p:sp>
      <p:sp>
        <p:nvSpPr>
          <p:cNvPr id="35" name="TextBox 34">
            <a:extLst>
              <a:ext uri="{FF2B5EF4-FFF2-40B4-BE49-F238E27FC236}">
                <a16:creationId xmlns:a16="http://schemas.microsoft.com/office/drawing/2014/main" id="{2D30A3A7-E313-5A4B-BBC9-00A60A2D2AD1}"/>
              </a:ext>
            </a:extLst>
          </p:cNvPr>
          <p:cNvSpPr txBox="1"/>
          <p:nvPr/>
        </p:nvSpPr>
        <p:spPr>
          <a:xfrm>
            <a:off x="6658708" y="5111854"/>
            <a:ext cx="3520516" cy="923330"/>
          </a:xfrm>
          <a:prstGeom prst="rect">
            <a:avLst/>
          </a:prstGeom>
          <a:noFill/>
        </p:spPr>
        <p:txBody>
          <a:bodyPr wrap="none" lIns="91440" tIns="45720" rIns="91440" bIns="45720" rtlCol="0" anchor="t">
            <a:spAutoFit/>
          </a:bodyPr>
          <a:lstStyle/>
          <a:p>
            <a:r>
              <a:rPr lang="en-US" altLang="ko-KR" sz="900" b="1">
                <a:ea typeface="맑은 고딕"/>
              </a:rPr>
              <a:t>B</a:t>
            </a:r>
            <a:r>
              <a:rPr lang="ko-KR" altLang="en-US" sz="900" b="1">
                <a:ea typeface="맑은 고딕"/>
              </a:rPr>
              <a:t>안</a:t>
            </a:r>
            <a:r>
              <a:rPr lang="en-US" altLang="ko-KR" sz="900" b="1">
                <a:ea typeface="맑은 고딕"/>
              </a:rPr>
              <a:t>: 2</a:t>
            </a:r>
            <a:r>
              <a:rPr lang="ko-KR" altLang="en-US" sz="900" b="1">
                <a:ea typeface="맑은 고딕"/>
              </a:rPr>
              <a:t>단</a:t>
            </a:r>
            <a:endParaRPr lang="en-US" altLang="ko-KR" sz="900" b="1">
              <a:ea typeface="맑은 고딕"/>
              <a:cs typeface="Calibri"/>
            </a:endParaRPr>
          </a:p>
          <a:p>
            <a:r>
              <a:rPr lang="ko-KR" altLang="en-US" sz="900">
                <a:ea typeface="맑은 고딕"/>
              </a:rPr>
              <a:t>텍스트</a:t>
            </a:r>
            <a:r>
              <a:rPr lang="en-US" altLang="ko-KR" sz="900">
                <a:ea typeface="맑은 고딕"/>
              </a:rPr>
              <a:t>(</a:t>
            </a:r>
            <a:r>
              <a:rPr lang="ko-KR" altLang="en-US" sz="900">
                <a:ea typeface="맑은 고딕"/>
              </a:rPr>
              <a:t>지문</a:t>
            </a:r>
            <a:r>
              <a:rPr lang="en-US" altLang="ko-KR" sz="900">
                <a:ea typeface="맑은 고딕"/>
              </a:rPr>
              <a:t>) – </a:t>
            </a:r>
            <a:r>
              <a:rPr lang="ko-KR" altLang="en-US" sz="900">
                <a:ea typeface="맑은 고딕"/>
              </a:rPr>
              <a:t>튜터링 </a:t>
            </a:r>
            <a:r>
              <a:rPr lang="en-US" altLang="ko-KR" sz="900">
                <a:ea typeface="맑은 고딕"/>
              </a:rPr>
              <a:t>– </a:t>
            </a:r>
            <a:r>
              <a:rPr lang="en-US" altLang="ko-KR" sz="900" err="1">
                <a:ea typeface="맑은 고딕"/>
              </a:rPr>
              <a:t>Activitiy</a:t>
            </a:r>
            <a:r>
              <a:rPr lang="en-US" altLang="ko-KR" sz="900">
                <a:ea typeface="맑은 고딕"/>
              </a:rPr>
              <a:t> </a:t>
            </a:r>
            <a:r>
              <a:rPr lang="ko-KR" altLang="en-US" sz="900">
                <a:ea typeface="맑은 고딕"/>
              </a:rPr>
              <a:t>영역이 세로 일렬로 나타나는 형태</a:t>
            </a:r>
            <a:endParaRPr lang="en-US" altLang="ko-KR" sz="900">
              <a:ea typeface="맑은 고딕"/>
              <a:cs typeface="Calibri"/>
            </a:endParaRPr>
          </a:p>
          <a:p>
            <a:pPr marL="228600" indent="-228600">
              <a:buAutoNum type="arabicPeriod"/>
            </a:pPr>
            <a:r>
              <a:rPr lang="ko-KR" altLang="en-US" sz="900">
                <a:ea typeface="맑은 고딕"/>
              </a:rPr>
              <a:t>텍스트는 좌상단</a:t>
            </a:r>
            <a:endParaRPr lang="en-US" altLang="ko-KR" sz="900">
              <a:ea typeface="맑은 고딕"/>
              <a:cs typeface="Calibri"/>
            </a:endParaRPr>
          </a:p>
          <a:p>
            <a:pPr marL="228600" indent="-228600">
              <a:buAutoNum type="arabicPeriod"/>
            </a:pPr>
            <a:r>
              <a:rPr lang="en-US" altLang="ko-KR" sz="900">
                <a:ea typeface="맑은 고딕"/>
              </a:rPr>
              <a:t>Activity</a:t>
            </a:r>
            <a:r>
              <a:rPr lang="ko-KR" altLang="en-US" sz="900">
                <a:ea typeface="맑은 고딕"/>
              </a:rPr>
              <a:t>는 우상단</a:t>
            </a:r>
            <a:endParaRPr lang="en-US" altLang="ko-KR" sz="900">
              <a:ea typeface="맑은 고딕"/>
              <a:cs typeface="Calibri"/>
            </a:endParaRPr>
          </a:p>
          <a:p>
            <a:pPr marL="228600" indent="-228600">
              <a:buAutoNum type="arabicPeriod"/>
            </a:pPr>
            <a:r>
              <a:rPr lang="ko-KR" altLang="en-US" sz="900">
                <a:ea typeface="맑은 고딕"/>
              </a:rPr>
              <a:t>튜터링은 하단</a:t>
            </a:r>
            <a:endParaRPr lang="en-US" altLang="ko-KR" sz="900">
              <a:ea typeface="맑은 고딕"/>
              <a:cs typeface="Calibri"/>
            </a:endParaRPr>
          </a:p>
          <a:p>
            <a:r>
              <a:rPr lang="en-US" altLang="ko-KR" sz="900">
                <a:ea typeface="맑은 고딕"/>
              </a:rPr>
              <a:t>*Activity</a:t>
            </a:r>
            <a:r>
              <a:rPr lang="ko-KR" altLang="en-US" sz="900">
                <a:ea typeface="맑은 고딕"/>
              </a:rPr>
              <a:t>는 경우에 따라 오버레이</a:t>
            </a:r>
            <a:endParaRPr lang="ko-KR" altLang="en-US" sz="900">
              <a:ea typeface="맑은 고딕"/>
              <a:cs typeface="Calibri"/>
            </a:endParaRPr>
          </a:p>
        </p:txBody>
      </p:sp>
      <p:sp>
        <p:nvSpPr>
          <p:cNvPr id="37" name="TextBox 36">
            <a:extLst>
              <a:ext uri="{FF2B5EF4-FFF2-40B4-BE49-F238E27FC236}">
                <a16:creationId xmlns:a16="http://schemas.microsoft.com/office/drawing/2014/main" id="{321989DD-05EB-9E26-7633-46F559CD5796}"/>
              </a:ext>
            </a:extLst>
          </p:cNvPr>
          <p:cNvSpPr txBox="1"/>
          <p:nvPr/>
        </p:nvSpPr>
        <p:spPr>
          <a:xfrm>
            <a:off x="6718440" y="4858309"/>
            <a:ext cx="753732" cy="253916"/>
          </a:xfrm>
          <a:prstGeom prst="rect">
            <a:avLst/>
          </a:prstGeom>
          <a:solidFill>
            <a:schemeClr val="accent2"/>
          </a:solidFill>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ko-KR" altLang="en-US" sz="1050" b="1"/>
              <a:t>영역 설명</a:t>
            </a:r>
            <a:endParaRPr lang="en-US" altLang="ko-KR" sz="1050" b="1"/>
          </a:p>
        </p:txBody>
      </p:sp>
      <p:sp>
        <p:nvSpPr>
          <p:cNvPr id="39" name="TextBox 38">
            <a:extLst>
              <a:ext uri="{FF2B5EF4-FFF2-40B4-BE49-F238E27FC236}">
                <a16:creationId xmlns:a16="http://schemas.microsoft.com/office/drawing/2014/main" id="{DFE6155F-AE9D-96BB-F57E-4167637B94B7}"/>
              </a:ext>
            </a:extLst>
          </p:cNvPr>
          <p:cNvSpPr txBox="1"/>
          <p:nvPr/>
        </p:nvSpPr>
        <p:spPr>
          <a:xfrm>
            <a:off x="521836" y="1150358"/>
            <a:ext cx="888385" cy="253916"/>
          </a:xfrm>
          <a:prstGeom prst="rect">
            <a:avLst/>
          </a:prstGeom>
          <a:solidFill>
            <a:schemeClr val="accent2"/>
          </a:solidFill>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ko-KR" altLang="en-US" sz="1050" b="1"/>
              <a:t>텍스트 영역</a:t>
            </a:r>
          </a:p>
        </p:txBody>
      </p:sp>
      <p:sp>
        <p:nvSpPr>
          <p:cNvPr id="41" name="TextBox 40">
            <a:extLst>
              <a:ext uri="{FF2B5EF4-FFF2-40B4-BE49-F238E27FC236}">
                <a16:creationId xmlns:a16="http://schemas.microsoft.com/office/drawing/2014/main" id="{3C9E41D4-CA93-B697-3F2C-EE995447257C}"/>
              </a:ext>
            </a:extLst>
          </p:cNvPr>
          <p:cNvSpPr txBox="1"/>
          <p:nvPr/>
        </p:nvSpPr>
        <p:spPr>
          <a:xfrm>
            <a:off x="529225" y="4307374"/>
            <a:ext cx="888385" cy="253916"/>
          </a:xfrm>
          <a:prstGeom prst="rect">
            <a:avLst/>
          </a:prstGeom>
          <a:solidFill>
            <a:schemeClr val="accent2"/>
          </a:solidFill>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ko-KR" altLang="en-US" sz="1050" b="1" err="1"/>
              <a:t>튜터링</a:t>
            </a:r>
            <a:r>
              <a:rPr lang="ko-KR" altLang="en-US" sz="1050" b="1"/>
              <a:t> 영역</a:t>
            </a:r>
          </a:p>
        </p:txBody>
      </p:sp>
      <p:sp>
        <p:nvSpPr>
          <p:cNvPr id="43" name="TextBox 42">
            <a:extLst>
              <a:ext uri="{FF2B5EF4-FFF2-40B4-BE49-F238E27FC236}">
                <a16:creationId xmlns:a16="http://schemas.microsoft.com/office/drawing/2014/main" id="{A49795D0-E129-E2B2-FA73-F0C6422839B4}"/>
              </a:ext>
            </a:extLst>
          </p:cNvPr>
          <p:cNvSpPr txBox="1"/>
          <p:nvPr/>
        </p:nvSpPr>
        <p:spPr>
          <a:xfrm>
            <a:off x="4070169" y="1150358"/>
            <a:ext cx="910827" cy="253916"/>
          </a:xfrm>
          <a:prstGeom prst="rect">
            <a:avLst/>
          </a:prstGeom>
          <a:solidFill>
            <a:schemeClr val="accent2"/>
          </a:solidFill>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en-US" altLang="ko-KR" sz="1050" b="1"/>
              <a:t>Activity </a:t>
            </a:r>
            <a:r>
              <a:rPr lang="ko-KR" altLang="en-US" sz="1050" b="1"/>
              <a:t>영역</a:t>
            </a:r>
            <a:endParaRPr lang="en-US" altLang="ko-KR" sz="1050" b="1"/>
          </a:p>
        </p:txBody>
      </p:sp>
      <p:sp>
        <p:nvSpPr>
          <p:cNvPr id="33" name="Text 16">
            <a:extLst>
              <a:ext uri="{FF2B5EF4-FFF2-40B4-BE49-F238E27FC236}">
                <a16:creationId xmlns:a16="http://schemas.microsoft.com/office/drawing/2014/main" id="{4AD94974-C3E9-B164-61C4-F4DC636F3A57}"/>
              </a:ext>
            </a:extLst>
          </p:cNvPr>
          <p:cNvSpPr/>
          <p:nvPr/>
        </p:nvSpPr>
        <p:spPr>
          <a:xfrm>
            <a:off x="3687592" y="2404872"/>
            <a:ext cx="2548616" cy="201168"/>
          </a:xfrm>
          <a:prstGeom prst="rect">
            <a:avLst/>
          </a:prstGeom>
          <a:noFill/>
          <a:ln/>
        </p:spPr>
        <p:txBody>
          <a:bodyPr wrap="square" lIns="0" tIns="0" rIns="0" bIns="0" rtlCol="0" anchor="ctr"/>
          <a:lstStyle/>
          <a:p>
            <a:pPr marL="0" indent="0" algn="ctr">
              <a:buNone/>
            </a:pPr>
            <a:r>
              <a:rPr lang="en-US" sz="850">
                <a:solidFill>
                  <a:srgbClr val="6D6A63"/>
                </a:solidFill>
                <a:latin typeface="Arial" pitchFamily="34" charset="0"/>
                <a:ea typeface="Arial" pitchFamily="34" charset="-122"/>
                <a:cs typeface="Arial" pitchFamily="34" charset="-120"/>
              </a:rPr>
              <a:t>학생이 음성으로 답변</a:t>
            </a:r>
            <a:endParaRPr lang="en-US" sz="850"/>
          </a:p>
        </p:txBody>
      </p:sp>
      <p:sp>
        <p:nvSpPr>
          <p:cNvPr id="51" name="Shape 14">
            <a:extLst>
              <a:ext uri="{FF2B5EF4-FFF2-40B4-BE49-F238E27FC236}">
                <a16:creationId xmlns:a16="http://schemas.microsoft.com/office/drawing/2014/main" id="{ABB71E93-1FF0-6CDE-A76D-CF0F884E1C46}"/>
              </a:ext>
            </a:extLst>
          </p:cNvPr>
          <p:cNvSpPr/>
          <p:nvPr/>
        </p:nvSpPr>
        <p:spPr>
          <a:xfrm>
            <a:off x="4632716" y="1691640"/>
            <a:ext cx="658368" cy="658368"/>
          </a:xfrm>
          <a:prstGeom prst="ellipse">
            <a:avLst/>
          </a:prstGeom>
          <a:solidFill>
            <a:srgbClr val="FAECE7"/>
          </a:solidFill>
          <a:ln w="12700">
            <a:solidFill>
              <a:srgbClr val="993C1D"/>
            </a:solidFill>
            <a:prstDash val="solid"/>
          </a:ln>
        </p:spPr>
      </p:sp>
      <p:sp>
        <p:nvSpPr>
          <p:cNvPr id="53" name="Text 15">
            <a:extLst>
              <a:ext uri="{FF2B5EF4-FFF2-40B4-BE49-F238E27FC236}">
                <a16:creationId xmlns:a16="http://schemas.microsoft.com/office/drawing/2014/main" id="{F9274794-F2E4-D4E3-A09E-1DF0E86E3D3D}"/>
              </a:ext>
            </a:extLst>
          </p:cNvPr>
          <p:cNvSpPr/>
          <p:nvPr/>
        </p:nvSpPr>
        <p:spPr>
          <a:xfrm>
            <a:off x="4632716" y="1720669"/>
            <a:ext cx="658368" cy="658368"/>
          </a:xfrm>
          <a:prstGeom prst="rect">
            <a:avLst/>
          </a:prstGeom>
          <a:noFill/>
          <a:ln/>
        </p:spPr>
        <p:txBody>
          <a:bodyPr wrap="square" lIns="0" tIns="0" rIns="0" bIns="0" rtlCol="0" anchor="ctr"/>
          <a:lstStyle/>
          <a:p>
            <a:pPr marL="0" indent="0" algn="ctr">
              <a:buNone/>
            </a:pPr>
            <a:r>
              <a:rPr lang="en-US" sz="2000">
                <a:solidFill>
                  <a:srgbClr val="000000"/>
                </a:solidFill>
                <a:latin typeface="Arial" pitchFamily="34" charset="0"/>
                <a:ea typeface="Arial" pitchFamily="34" charset="-122"/>
                <a:cs typeface="Arial" pitchFamily="34" charset="-120"/>
              </a:rPr>
              <a:t>🎙</a:t>
            </a:r>
            <a:endParaRPr lang="en-US" sz="2000"/>
          </a:p>
        </p:txBody>
      </p:sp>
    </p:spTree>
    <p:extLst>
      <p:ext uri="{BB962C8B-B14F-4D97-AF65-F5344CB8AC3E}">
        <p14:creationId xmlns:p14="http://schemas.microsoft.com/office/powerpoint/2010/main" val="3582044098"/>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EDEDE7"/>
          </a:solidFill>
          <a:ln/>
        </p:spPr>
      </p:sp>
      <p:sp>
        <p:nvSpPr>
          <p:cNvPr id="3" name="Text 1"/>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444441"/>
                </a:solidFill>
                <a:latin typeface="Arial" pitchFamily="34" charset="0"/>
                <a:ea typeface="Arial" pitchFamily="34" charset="-122"/>
                <a:cs typeface="Arial" pitchFamily="34" charset="-120"/>
              </a:rPr>
              <a:t>1차시  ·  1단계 · 소재 및 주제 파악 1</a:t>
            </a:r>
            <a:endParaRPr lang="en-US" sz="1600"/>
          </a:p>
        </p:txBody>
      </p:sp>
      <p:sp>
        <p:nvSpPr>
          <p:cNvPr id="4" name="Shape 2"/>
          <p:cNvSpPr/>
          <p:nvPr/>
        </p:nvSpPr>
        <p:spPr>
          <a:xfrm>
            <a:off x="9966960" y="128016"/>
            <a:ext cx="1828800" cy="310896"/>
          </a:xfrm>
          <a:prstGeom prst="roundRect">
            <a:avLst>
              <a:gd name="adj" fmla="val 50000"/>
            </a:avLst>
          </a:prstGeom>
          <a:solidFill>
            <a:srgbClr val="FFFFFF"/>
          </a:solidFill>
          <a:ln w="12700">
            <a:solidFill>
              <a:srgbClr val="888780"/>
            </a:solidFill>
            <a:prstDash val="solid"/>
          </a:ln>
        </p:spPr>
      </p:sp>
      <p:sp>
        <p:nvSpPr>
          <p:cNvPr id="5" name="Text 3"/>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444441"/>
                </a:solidFill>
                <a:latin typeface="Arial" pitchFamily="34" charset="0"/>
                <a:ea typeface="Arial" pitchFamily="34" charset="-122"/>
                <a:cs typeface="Arial" pitchFamily="34" charset="-120"/>
              </a:rPr>
              <a:t>도입</a:t>
            </a:r>
            <a:endParaRPr lang="en-US" sz="950"/>
          </a:p>
        </p:txBody>
      </p:sp>
      <p:sp>
        <p:nvSpPr>
          <p:cNvPr id="6" name="Shape 4"/>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sp>
      <p:sp>
        <p:nvSpPr>
          <p:cNvPr id="7" name="Shape 5"/>
          <p:cNvSpPr/>
          <p:nvPr/>
        </p:nvSpPr>
        <p:spPr>
          <a:xfrm>
            <a:off x="457200" y="868680"/>
            <a:ext cx="5943600" cy="256032"/>
          </a:xfrm>
          <a:prstGeom prst="rect">
            <a:avLst/>
          </a:prstGeom>
          <a:solidFill>
            <a:srgbClr val="F0EEE7"/>
          </a:solidFill>
          <a:ln w="9525">
            <a:solidFill>
              <a:srgbClr val="B9B6AC"/>
            </a:solidFill>
            <a:prstDash val="solid"/>
          </a:ln>
        </p:spPr>
      </p:sp>
      <p:sp>
        <p:nvSpPr>
          <p:cNvPr id="8" name="Shape 6"/>
          <p:cNvSpPr/>
          <p:nvPr/>
        </p:nvSpPr>
        <p:spPr>
          <a:xfrm>
            <a:off x="585216" y="960120"/>
            <a:ext cx="73152" cy="73152"/>
          </a:xfrm>
          <a:prstGeom prst="ellipse">
            <a:avLst/>
          </a:prstGeom>
          <a:solidFill>
            <a:srgbClr val="C7C4B9"/>
          </a:solidFill>
          <a:ln/>
        </p:spPr>
      </p:sp>
      <p:sp>
        <p:nvSpPr>
          <p:cNvPr id="9" name="Shape 7"/>
          <p:cNvSpPr/>
          <p:nvPr/>
        </p:nvSpPr>
        <p:spPr>
          <a:xfrm>
            <a:off x="731520" y="960120"/>
            <a:ext cx="73152" cy="73152"/>
          </a:xfrm>
          <a:prstGeom prst="ellipse">
            <a:avLst/>
          </a:prstGeom>
          <a:solidFill>
            <a:srgbClr val="C7C4B9"/>
          </a:solidFill>
          <a:ln/>
        </p:spPr>
      </p:sp>
      <p:sp>
        <p:nvSpPr>
          <p:cNvPr id="10" name="Shape 8"/>
          <p:cNvSpPr/>
          <p:nvPr/>
        </p:nvSpPr>
        <p:spPr>
          <a:xfrm>
            <a:off x="877824" y="960120"/>
            <a:ext cx="73152" cy="73152"/>
          </a:xfrm>
          <a:prstGeom prst="ellipse">
            <a:avLst/>
          </a:prstGeom>
          <a:solidFill>
            <a:srgbClr val="C7C4B9"/>
          </a:solidFill>
          <a:ln/>
        </p:spPr>
      </p:sp>
      <p:sp>
        <p:nvSpPr>
          <p:cNvPr id="11" name="Text 9"/>
          <p:cNvSpPr/>
          <p:nvPr/>
        </p:nvSpPr>
        <p:spPr>
          <a:xfrm>
            <a:off x="621792" y="1234440"/>
            <a:ext cx="291949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텍스트 영역</a:t>
            </a:r>
            <a:endParaRPr lang="en-US" sz="750"/>
          </a:p>
        </p:txBody>
      </p:sp>
      <p:sp>
        <p:nvSpPr>
          <p:cNvPr id="12" name="Text 10"/>
          <p:cNvSpPr/>
          <p:nvPr/>
        </p:nvSpPr>
        <p:spPr>
          <a:xfrm>
            <a:off x="3687592" y="1234440"/>
            <a:ext cx="25486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Activity 영역</a:t>
            </a:r>
            <a:endParaRPr lang="en-US" sz="750"/>
          </a:p>
        </p:txBody>
      </p:sp>
      <p:sp>
        <p:nvSpPr>
          <p:cNvPr id="13" name="Shape 11"/>
          <p:cNvSpPr/>
          <p:nvPr/>
        </p:nvSpPr>
        <p:spPr>
          <a:xfrm>
            <a:off x="621792" y="1417320"/>
            <a:ext cx="2919496" cy="3767328"/>
          </a:xfrm>
          <a:prstGeom prst="roundRect">
            <a:avLst>
              <a:gd name="adj" fmla="val 1566"/>
            </a:avLst>
          </a:prstGeom>
          <a:solidFill>
            <a:srgbClr val="F1EFE8"/>
          </a:solidFill>
          <a:ln w="9525">
            <a:solidFill>
              <a:srgbClr val="D9D7CE"/>
            </a:solidFill>
            <a:prstDash val="solid"/>
          </a:ln>
        </p:spPr>
      </p:sp>
      <p:sp>
        <p:nvSpPr>
          <p:cNvPr id="14" name="Text 12"/>
          <p:cNvSpPr/>
          <p:nvPr/>
        </p:nvSpPr>
        <p:spPr>
          <a:xfrm>
            <a:off x="713232" y="1472184"/>
            <a:ext cx="2736616" cy="3657600"/>
          </a:xfrm>
          <a:prstGeom prst="rect">
            <a:avLst/>
          </a:prstGeom>
          <a:noFill/>
          <a:ln/>
        </p:spPr>
        <p:txBody>
          <a:bodyPr wrap="square" lIns="0" tIns="0" rIns="0" bIns="0" rtlCol="0" anchor="t"/>
          <a:lstStyle/>
          <a:p>
            <a:pPr marL="0" indent="0">
              <a:lnSpc>
                <a:spcPct val="115000"/>
              </a:lnSpc>
              <a:buNone/>
            </a:pPr>
            <a:r>
              <a:rPr lang="en-US" sz="830" i="1">
                <a:solidFill>
                  <a:srgbClr val="6D6A63"/>
                </a:solidFill>
                <a:latin typeface="Arial" pitchFamily="34" charset="0"/>
                <a:ea typeface="Arial" pitchFamily="34" charset="-122"/>
                <a:cs typeface="Arial" pitchFamily="34" charset="-120"/>
              </a:rPr>
              <a:t>Violent video games are still blamed for real violence, though that link has never been proven. Today, the real question is whether kids should be allowed to play them at all.</a:t>
            </a:r>
            <a:endParaRPr lang="en-US" sz="830"/>
          </a:p>
        </p:txBody>
      </p:sp>
      <p:sp>
        <p:nvSpPr>
          <p:cNvPr id="15" name="Text 13"/>
          <p:cNvSpPr/>
          <p:nvPr/>
        </p:nvSpPr>
        <p:spPr>
          <a:xfrm>
            <a:off x="3687592" y="1435608"/>
            <a:ext cx="2743200" cy="201168"/>
          </a:xfrm>
          <a:prstGeom prst="rect">
            <a:avLst/>
          </a:prstGeom>
          <a:noFill/>
          <a:ln/>
        </p:spPr>
        <p:txBody>
          <a:bodyPr wrap="square" lIns="0" tIns="0" rIns="0" bIns="0" rtlCol="0" anchor="ctr"/>
          <a:lstStyle/>
          <a:p>
            <a:pPr marL="0" indent="0">
              <a:buNone/>
            </a:pPr>
            <a:r>
              <a:rPr lang="en-US" sz="850" b="1">
                <a:solidFill>
                  <a:srgbClr val="6D6A63"/>
                </a:solidFill>
                <a:latin typeface="Arial" pitchFamily="34" charset="0"/>
                <a:ea typeface="Arial" pitchFamily="34" charset="-122"/>
                <a:cs typeface="Arial" pitchFamily="34" charset="-120"/>
              </a:rPr>
              <a:t>인터랙션 · 말하기</a:t>
            </a:r>
            <a:endParaRPr lang="en-US" sz="850"/>
          </a:p>
        </p:txBody>
      </p:sp>
      <p:sp>
        <p:nvSpPr>
          <p:cNvPr id="16" name="Shape 14"/>
          <p:cNvSpPr/>
          <p:nvPr/>
        </p:nvSpPr>
        <p:spPr>
          <a:xfrm>
            <a:off x="4632716" y="1691640"/>
            <a:ext cx="658368" cy="658368"/>
          </a:xfrm>
          <a:prstGeom prst="ellipse">
            <a:avLst/>
          </a:prstGeom>
          <a:solidFill>
            <a:srgbClr val="FAECE7"/>
          </a:solidFill>
          <a:ln w="12700">
            <a:solidFill>
              <a:srgbClr val="993C1D"/>
            </a:solidFill>
            <a:prstDash val="solid"/>
          </a:ln>
        </p:spPr>
      </p:sp>
      <p:sp>
        <p:nvSpPr>
          <p:cNvPr id="17" name="Text 15"/>
          <p:cNvSpPr/>
          <p:nvPr/>
        </p:nvSpPr>
        <p:spPr>
          <a:xfrm>
            <a:off x="4632716" y="1691640"/>
            <a:ext cx="658368" cy="658368"/>
          </a:xfrm>
          <a:prstGeom prst="rect">
            <a:avLst/>
          </a:prstGeom>
          <a:noFill/>
          <a:ln/>
        </p:spPr>
        <p:txBody>
          <a:bodyPr wrap="square" lIns="0" tIns="0" rIns="0" bIns="0" rtlCol="0" anchor="ctr"/>
          <a:lstStyle/>
          <a:p>
            <a:pPr marL="0" indent="0" algn="ctr">
              <a:buNone/>
            </a:pPr>
            <a:r>
              <a:rPr lang="en-US" sz="2000">
                <a:solidFill>
                  <a:srgbClr val="000000"/>
                </a:solidFill>
                <a:latin typeface="Arial" pitchFamily="34" charset="0"/>
                <a:ea typeface="Arial" pitchFamily="34" charset="-122"/>
                <a:cs typeface="Arial" pitchFamily="34" charset="-120"/>
              </a:rPr>
              <a:t>🎙</a:t>
            </a:r>
            <a:endParaRPr lang="en-US" sz="2000"/>
          </a:p>
        </p:txBody>
      </p:sp>
      <p:sp>
        <p:nvSpPr>
          <p:cNvPr id="18" name="Text 16"/>
          <p:cNvSpPr/>
          <p:nvPr/>
        </p:nvSpPr>
        <p:spPr>
          <a:xfrm>
            <a:off x="3687592" y="2404872"/>
            <a:ext cx="2548616" cy="201168"/>
          </a:xfrm>
          <a:prstGeom prst="rect">
            <a:avLst/>
          </a:prstGeom>
          <a:noFill/>
          <a:ln/>
        </p:spPr>
        <p:txBody>
          <a:bodyPr wrap="square" lIns="0" tIns="0" rIns="0" bIns="0" rtlCol="0" anchor="ctr"/>
          <a:lstStyle/>
          <a:p>
            <a:pPr marL="0" indent="0" algn="ctr">
              <a:buNone/>
            </a:pPr>
            <a:r>
              <a:rPr lang="en-US" sz="850">
                <a:solidFill>
                  <a:srgbClr val="6D6A63"/>
                </a:solidFill>
                <a:latin typeface="Arial" pitchFamily="34" charset="0"/>
                <a:ea typeface="Arial" pitchFamily="34" charset="-122"/>
                <a:cs typeface="Arial" pitchFamily="34" charset="-120"/>
              </a:rPr>
              <a:t>학생이 음성으로 답변</a:t>
            </a:r>
            <a:endParaRPr lang="en-US" sz="850"/>
          </a:p>
        </p:txBody>
      </p:sp>
      <p:sp>
        <p:nvSpPr>
          <p:cNvPr id="19" name="Text 17"/>
          <p:cNvSpPr/>
          <p:nvPr/>
        </p:nvSpPr>
        <p:spPr>
          <a:xfrm>
            <a:off x="621792" y="5312664"/>
            <a:ext cx="56144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튜터링 영역</a:t>
            </a:r>
            <a:endParaRPr lang="en-US" sz="750"/>
          </a:p>
        </p:txBody>
      </p:sp>
      <p:sp>
        <p:nvSpPr>
          <p:cNvPr id="20" name="Shape 18"/>
          <p:cNvSpPr/>
          <p:nvPr/>
        </p:nvSpPr>
        <p:spPr>
          <a:xfrm>
            <a:off x="621792" y="5495544"/>
            <a:ext cx="5614416" cy="566928"/>
          </a:xfrm>
          <a:prstGeom prst="roundRect">
            <a:avLst>
              <a:gd name="adj" fmla="val 19355"/>
            </a:avLst>
          </a:prstGeom>
          <a:solidFill>
            <a:srgbClr val="E6F1FB"/>
          </a:solidFill>
          <a:ln w="9525">
            <a:solidFill>
              <a:srgbClr val="185FA5"/>
            </a:solidFill>
            <a:prstDash val="solid"/>
          </a:ln>
        </p:spPr>
      </p:sp>
      <p:sp>
        <p:nvSpPr>
          <p:cNvPr id="21" name="Text 19"/>
          <p:cNvSpPr/>
          <p:nvPr/>
        </p:nvSpPr>
        <p:spPr>
          <a:xfrm>
            <a:off x="749808" y="5495544"/>
            <a:ext cx="5358384" cy="566928"/>
          </a:xfrm>
          <a:prstGeom prst="rect">
            <a:avLst/>
          </a:prstGeom>
          <a:noFill/>
          <a:ln/>
        </p:spPr>
        <p:txBody>
          <a:bodyPr wrap="square" lIns="0" tIns="0" rIns="0" bIns="0" rtlCol="0" anchor="ctr"/>
          <a:lstStyle/>
          <a:p>
            <a:pPr marL="0" indent="0">
              <a:lnSpc>
                <a:spcPct val="105000"/>
              </a:lnSpc>
              <a:buNone/>
            </a:pPr>
            <a:r>
              <a:rPr lang="en-US" sz="900" b="1">
                <a:solidFill>
                  <a:srgbClr val="185FA5"/>
                </a:solidFill>
                <a:latin typeface="Arial"/>
                <a:ea typeface="Arial" pitchFamily="34" charset="-122"/>
                <a:cs typeface="Arial"/>
              </a:rPr>
              <a:t>🎙 </a:t>
            </a:r>
            <a:r>
              <a:rPr lang="en-US" sz="900" b="1" err="1">
                <a:solidFill>
                  <a:srgbClr val="185FA5"/>
                </a:solidFill>
                <a:latin typeface="Arial"/>
                <a:ea typeface="Arial" pitchFamily="34" charset="-122"/>
                <a:cs typeface="Arial"/>
              </a:rPr>
              <a:t>튜터</a:t>
            </a:r>
            <a:r>
              <a:rPr lang="en-US" sz="900" b="1">
                <a:solidFill>
                  <a:srgbClr val="185FA5"/>
                </a:solidFill>
                <a:latin typeface="Arial"/>
                <a:ea typeface="Arial" pitchFamily="34" charset="-122"/>
                <a:cs typeface="Arial"/>
              </a:rPr>
              <a:t>  </a:t>
            </a:r>
            <a:r>
              <a:rPr lang="en-US" sz="1000">
                <a:solidFill>
                  <a:srgbClr val="0C447C"/>
                </a:solidFill>
                <a:latin typeface="Arial"/>
                <a:ea typeface="Arial" pitchFamily="34" charset="-122"/>
                <a:cs typeface="Arial"/>
              </a:rPr>
              <a:t>이 </a:t>
            </a:r>
            <a:r>
              <a:rPr lang="en-US" sz="1000" err="1">
                <a:solidFill>
                  <a:srgbClr val="0C447C"/>
                </a:solidFill>
                <a:latin typeface="Arial"/>
                <a:ea typeface="Arial" pitchFamily="34" charset="-122"/>
                <a:cs typeface="Arial"/>
              </a:rPr>
              <a:t>글은</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무엇에</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관한</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글일까</a:t>
            </a:r>
            <a:r>
              <a:rPr lang="en-US" sz="1000">
                <a:solidFill>
                  <a:srgbClr val="0C447C"/>
                </a:solidFill>
                <a:latin typeface="Arial"/>
                <a:ea typeface="Arial" pitchFamily="34" charset="-122"/>
                <a:cs typeface="Arial"/>
              </a:rPr>
              <a:t>? </a:t>
            </a:r>
            <a:endParaRPr lang="en-US" sz="900">
              <a:latin typeface="Arial"/>
              <a:cs typeface="Arial"/>
            </a:endParaRPr>
          </a:p>
        </p:txBody>
      </p:sp>
      <p:sp>
        <p:nvSpPr>
          <p:cNvPr id="22" name="Text 20"/>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23" name="Text 21"/>
          <p:cNvSpPr/>
          <p:nvPr/>
        </p:nvSpPr>
        <p:spPr>
          <a:xfrm>
            <a:off x="6720840" y="1088136"/>
            <a:ext cx="5029200" cy="365760"/>
          </a:xfrm>
          <a:prstGeom prst="rect">
            <a:avLst/>
          </a:prstGeom>
          <a:noFill/>
          <a:ln/>
        </p:spPr>
        <p:txBody>
          <a:bodyPr wrap="square" lIns="0" tIns="0" rIns="0" bIns="0" rtlCol="0" anchor="ctr"/>
          <a:lstStyle/>
          <a:p>
            <a:pPr marL="0" indent="0">
              <a:lnSpc>
                <a:spcPct val="110000"/>
              </a:lnSpc>
              <a:buNone/>
            </a:pPr>
            <a:r>
              <a:rPr lang="en-US" sz="1200" b="1">
                <a:solidFill>
                  <a:srgbClr val="26221C"/>
                </a:solidFill>
                <a:latin typeface="Arial" pitchFamily="34" charset="0"/>
                <a:ea typeface="Arial" pitchFamily="34" charset="-122"/>
                <a:cs typeface="Arial" pitchFamily="34" charset="-120"/>
              </a:rPr>
              <a:t>지문의 소재(비디오 게임)를 스스로 말하게 한다.</a:t>
            </a:r>
            <a:endParaRPr lang="en-US" sz="1200"/>
          </a:p>
        </p:txBody>
      </p:sp>
      <p:sp>
        <p:nvSpPr>
          <p:cNvPr id="24" name="Shape 22"/>
          <p:cNvSpPr/>
          <p:nvPr/>
        </p:nvSpPr>
        <p:spPr>
          <a:xfrm>
            <a:off x="6720840" y="1591056"/>
            <a:ext cx="5029200" cy="822960"/>
          </a:xfrm>
          <a:prstGeom prst="roundRect">
            <a:avLst>
              <a:gd name="adj" fmla="val 6667"/>
            </a:avLst>
          </a:prstGeom>
          <a:solidFill>
            <a:srgbClr val="EAF3DE"/>
          </a:solidFill>
          <a:ln w="9525">
            <a:solidFill>
              <a:srgbClr val="3B6D11"/>
            </a:solidFill>
            <a:prstDash val="solid"/>
          </a:ln>
        </p:spPr>
      </p:sp>
      <p:sp>
        <p:nvSpPr>
          <p:cNvPr id="25" name="Text 23"/>
          <p:cNvSpPr/>
          <p:nvPr/>
        </p:nvSpPr>
        <p:spPr>
          <a:xfrm>
            <a:off x="6848856" y="1645920"/>
            <a:ext cx="4773168" cy="713232"/>
          </a:xfrm>
          <a:prstGeom prst="rect">
            <a:avLst/>
          </a:prstGeom>
          <a:noFill/>
          <a:ln/>
        </p:spPr>
        <p:txBody>
          <a:bodyPr wrap="square" lIns="0" tIns="0" rIns="0" bIns="0" rtlCol="0" anchor="t"/>
          <a:lstStyle/>
          <a:p>
            <a:pPr>
              <a:lnSpc>
                <a:spcPct val="115000"/>
              </a:lnSpc>
            </a:pPr>
            <a:r>
              <a:rPr lang="en-US" sz="1000" b="1" err="1">
                <a:solidFill>
                  <a:srgbClr val="27500A"/>
                </a:solidFill>
                <a:latin typeface="Arial"/>
                <a:ea typeface="Arial" pitchFamily="34" charset="-122"/>
                <a:cs typeface="Arial"/>
              </a:rPr>
              <a:t>정답</a:t>
            </a:r>
            <a:r>
              <a:rPr lang="en-US" sz="1000" b="1">
                <a:solidFill>
                  <a:srgbClr val="27500A"/>
                </a:solidFill>
                <a:latin typeface="Arial"/>
                <a:ea typeface="Arial" pitchFamily="34" charset="-122"/>
                <a:cs typeface="Arial"/>
              </a:rPr>
              <a:t>(CA1) 시  </a:t>
            </a:r>
            <a:r>
              <a:rPr lang="en-US" sz="1000">
                <a:solidFill>
                  <a:srgbClr val="27500A"/>
                </a:solidFill>
                <a:latin typeface="Arial"/>
                <a:ea typeface="Arial" pitchFamily="34" charset="-122"/>
                <a:cs typeface="Arial"/>
              </a:rPr>
              <a:t>“</a:t>
            </a:r>
            <a:r>
              <a:rPr lang="en-US" sz="1000" err="1">
                <a:solidFill>
                  <a:srgbClr val="27500A"/>
                </a:solidFill>
                <a:latin typeface="Arial"/>
                <a:ea typeface="Arial" pitchFamily="34" charset="-122"/>
                <a:cs typeface="Arial"/>
              </a:rPr>
              <a:t>게임</a:t>
            </a:r>
            <a:r>
              <a:rPr lang="en-US" sz="1000">
                <a:solidFill>
                  <a:srgbClr val="27500A"/>
                </a:solidFill>
                <a:latin typeface="Arial"/>
                <a:ea typeface="Arial" pitchFamily="34" charset="-122"/>
                <a:cs typeface="Arial"/>
              </a:rPr>
              <a:t>” </a:t>
            </a:r>
            <a:r>
              <a:rPr lang="ko-KR" altLang="en-US" sz="1000">
                <a:solidFill>
                  <a:srgbClr val="27500A"/>
                </a:solidFill>
                <a:latin typeface="Arial"/>
                <a:ea typeface="Arial" pitchFamily="34" charset="-122"/>
                <a:cs typeface="Arial"/>
              </a:rPr>
              <a:t>혹은</a:t>
            </a:r>
            <a:r>
              <a:rPr lang="en-US" sz="1000">
                <a:solidFill>
                  <a:srgbClr val="27500A"/>
                </a:solidFill>
                <a:latin typeface="Arial"/>
                <a:ea typeface="Arial" pitchFamily="34" charset="-122"/>
                <a:cs typeface="Arial"/>
              </a:rPr>
              <a:t> </a:t>
            </a:r>
            <a:r>
              <a:rPr lang="ko-KR" altLang="en-US" sz="1000">
                <a:solidFill>
                  <a:srgbClr val="27500A"/>
                </a:solidFill>
                <a:latin typeface="Arial"/>
                <a:ea typeface="Arial" pitchFamily="34" charset="-122"/>
                <a:cs typeface="Arial"/>
              </a:rPr>
              <a:t>유사한</a:t>
            </a:r>
            <a:r>
              <a:rPr lang="en-US" altLang="ko-KR" sz="1000">
                <a:solidFill>
                  <a:srgbClr val="27500A"/>
                </a:solidFill>
                <a:latin typeface="Arial"/>
                <a:ea typeface="Arial" pitchFamily="34" charset="-122"/>
                <a:cs typeface="Arial"/>
              </a:rPr>
              <a:t> </a:t>
            </a:r>
            <a:r>
              <a:rPr lang="en-US" altLang="ko-KR" sz="1000" err="1">
                <a:solidFill>
                  <a:srgbClr val="27500A"/>
                </a:solidFill>
                <a:latin typeface="Arial"/>
                <a:ea typeface="Arial" pitchFamily="34" charset="-122"/>
                <a:cs typeface="Arial"/>
              </a:rPr>
              <a:t>내용으로</a:t>
            </a:r>
            <a:r>
              <a:rPr lang="en-US" altLang="ko-KR" sz="1000">
                <a:solidFill>
                  <a:srgbClr val="27500A"/>
                </a:solidFill>
                <a:latin typeface="Arial"/>
                <a:ea typeface="Arial" pitchFamily="34" charset="-122"/>
                <a:cs typeface="Arial"/>
              </a:rPr>
              <a:t> </a:t>
            </a:r>
            <a:r>
              <a:rPr lang="ko-KR" altLang="en-US" sz="1000">
                <a:solidFill>
                  <a:srgbClr val="27500A"/>
                </a:solidFill>
                <a:latin typeface="Arial"/>
                <a:ea typeface="Arial" pitchFamily="34" charset="-122"/>
                <a:cs typeface="Arial"/>
              </a:rPr>
              <a:t>답변</a:t>
            </a:r>
            <a:r>
              <a:rPr lang="en-US" sz="1000">
                <a:solidFill>
                  <a:srgbClr val="27500A"/>
                </a:solidFill>
                <a:latin typeface="Arial"/>
                <a:ea typeface="Arial" pitchFamily="34" charset="-122"/>
                <a:cs typeface="Arial"/>
              </a:rPr>
              <a:t> → </a:t>
            </a:r>
            <a:r>
              <a:rPr lang="en-US" sz="1000" err="1">
                <a:solidFill>
                  <a:srgbClr val="27500A"/>
                </a:solidFill>
                <a:latin typeface="Arial"/>
                <a:ea typeface="Arial" pitchFamily="34" charset="-122"/>
                <a:cs typeface="Arial"/>
              </a:rPr>
              <a:t>짧은</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반응</a:t>
            </a:r>
            <a:r>
              <a:rPr lang="en-US" sz="1000">
                <a:solidFill>
                  <a:srgbClr val="27500A"/>
                </a:solidFill>
                <a:latin typeface="Arial"/>
                <a:ea typeface="Arial" pitchFamily="34" charset="-122"/>
                <a:cs typeface="Arial"/>
              </a:rPr>
              <a:t>(“</a:t>
            </a:r>
            <a:r>
              <a:rPr lang="en-US" sz="1000" err="1">
                <a:solidFill>
                  <a:srgbClr val="27500A"/>
                </a:solidFill>
                <a:latin typeface="Arial"/>
                <a:ea typeface="Arial" pitchFamily="34" charset="-122"/>
                <a:cs typeface="Arial"/>
              </a:rPr>
              <a:t>그래</a:t>
            </a:r>
            <a:r>
              <a:rPr lang="en-US" sz="1000">
                <a:solidFill>
                  <a:srgbClr val="27500A"/>
                </a:solidFill>
                <a:latin typeface="Arial"/>
                <a:ea typeface="Arial" pitchFamily="34" charset="-122"/>
                <a:cs typeface="Arial"/>
              </a:rPr>
              <a:t>.”) 후 </a:t>
            </a:r>
            <a:r>
              <a:rPr lang="en-US" sz="1000" err="1">
                <a:solidFill>
                  <a:srgbClr val="27500A"/>
                </a:solidFill>
                <a:latin typeface="Arial"/>
                <a:ea typeface="Arial" pitchFamily="34" charset="-122"/>
                <a:cs typeface="Arial"/>
              </a:rPr>
              <a:t>다음</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단계로</a:t>
            </a:r>
            <a:r>
              <a:rPr lang="en-US" sz="1000">
                <a:solidFill>
                  <a:srgbClr val="27500A"/>
                </a:solidFill>
                <a:latin typeface="Arial"/>
                <a:ea typeface="Arial" pitchFamily="34" charset="-122"/>
                <a:cs typeface="Arial"/>
              </a:rPr>
              <a:t>.</a:t>
            </a:r>
            <a:endParaRPr lang="en-US" sz="1000">
              <a:latin typeface="Arial"/>
              <a:cs typeface="Arial"/>
            </a:endParaRPr>
          </a:p>
        </p:txBody>
      </p:sp>
      <p:sp>
        <p:nvSpPr>
          <p:cNvPr id="26" name="Shape 24"/>
          <p:cNvSpPr/>
          <p:nvPr/>
        </p:nvSpPr>
        <p:spPr>
          <a:xfrm>
            <a:off x="6720840" y="2523744"/>
            <a:ext cx="5029200" cy="822960"/>
          </a:xfrm>
          <a:prstGeom prst="roundRect">
            <a:avLst>
              <a:gd name="adj" fmla="val 6667"/>
            </a:avLst>
          </a:prstGeom>
          <a:solidFill>
            <a:srgbClr val="FAECE7"/>
          </a:solidFill>
          <a:ln w="9525">
            <a:solidFill>
              <a:srgbClr val="993C1D"/>
            </a:solidFill>
            <a:prstDash val="solid"/>
          </a:ln>
        </p:spPr>
      </p:sp>
      <p:sp>
        <p:nvSpPr>
          <p:cNvPr id="27" name="Text 25"/>
          <p:cNvSpPr/>
          <p:nvPr/>
        </p:nvSpPr>
        <p:spPr>
          <a:xfrm>
            <a:off x="6848856" y="2578608"/>
            <a:ext cx="4773168" cy="713232"/>
          </a:xfrm>
          <a:prstGeom prst="rect">
            <a:avLst/>
          </a:prstGeom>
          <a:noFill/>
          <a:ln/>
        </p:spPr>
        <p:txBody>
          <a:bodyPr wrap="square" lIns="0" tIns="0" rIns="0" bIns="0" rtlCol="0" anchor="t"/>
          <a:lstStyle/>
          <a:p>
            <a:pPr>
              <a:lnSpc>
                <a:spcPct val="115000"/>
              </a:lnSpc>
            </a:pPr>
            <a:r>
              <a:rPr lang="en-US" sz="1000" b="1" err="1">
                <a:solidFill>
                  <a:srgbClr val="712B13"/>
                </a:solidFill>
                <a:latin typeface="Arial"/>
                <a:ea typeface="Arial" pitchFamily="34" charset="-122"/>
                <a:cs typeface="Arial"/>
              </a:rPr>
              <a:t>오답</a:t>
            </a:r>
            <a:r>
              <a:rPr lang="en-US" sz="1000" b="1">
                <a:solidFill>
                  <a:srgbClr val="712B13"/>
                </a:solidFill>
                <a:latin typeface="Arial"/>
                <a:ea typeface="Arial" pitchFamily="34" charset="-122"/>
                <a:cs typeface="Arial"/>
              </a:rPr>
              <a:t>/</a:t>
            </a:r>
            <a:r>
              <a:rPr lang="en-US" sz="1000" b="1" err="1">
                <a:solidFill>
                  <a:srgbClr val="712B13"/>
                </a:solidFill>
                <a:latin typeface="Arial"/>
                <a:ea typeface="Arial" pitchFamily="34" charset="-122"/>
                <a:cs typeface="Arial"/>
              </a:rPr>
              <a:t>망설임</a:t>
            </a:r>
            <a:r>
              <a:rPr lang="en-US" sz="1000" b="1">
                <a:solidFill>
                  <a:srgbClr val="712B13"/>
                </a:solidFill>
                <a:latin typeface="Arial"/>
                <a:ea typeface="Arial" pitchFamily="34" charset="-122"/>
                <a:cs typeface="Arial"/>
              </a:rPr>
              <a:t>(CA2) 시  </a:t>
            </a:r>
            <a:r>
              <a:rPr lang="en-US" sz="1000" err="1">
                <a:solidFill>
                  <a:srgbClr val="712B13"/>
                </a:solidFill>
                <a:latin typeface="Arial"/>
                <a:ea typeface="Arial" pitchFamily="34" charset="-122"/>
                <a:cs typeface="Arial"/>
              </a:rPr>
              <a:t>재질문</a:t>
            </a:r>
            <a:r>
              <a:rPr lang="en-US" sz="1000">
                <a:solidFill>
                  <a:srgbClr val="712B13"/>
                </a:solidFill>
                <a:latin typeface="Arial"/>
                <a:ea typeface="Arial" pitchFamily="34" charset="-122"/>
                <a:cs typeface="Arial"/>
              </a:rPr>
              <a:t> 1회 "</a:t>
            </a:r>
            <a:r>
              <a:rPr lang="ko-KR" altLang="en-US" sz="1000" err="1">
                <a:solidFill>
                  <a:srgbClr val="712B13"/>
                </a:solidFill>
                <a:latin typeface="Arial"/>
                <a:ea typeface="Arial" pitchFamily="34" charset="-122"/>
                <a:cs typeface="Arial"/>
              </a:rPr>
              <a:t>다시</a:t>
            </a:r>
            <a:r>
              <a:rPr lang="en-US" sz="1000">
                <a:solidFill>
                  <a:srgbClr val="712B13"/>
                </a:solidFill>
                <a:latin typeface="Arial"/>
                <a:ea typeface="Arial" pitchFamily="34" charset="-122"/>
                <a:cs typeface="Arial"/>
              </a:rPr>
              <a:t> </a:t>
            </a:r>
            <a:r>
              <a:rPr lang="ko-KR" altLang="en-US" sz="1000" err="1">
                <a:solidFill>
                  <a:srgbClr val="712B13"/>
                </a:solidFill>
                <a:latin typeface="Arial"/>
                <a:ea typeface="Arial" pitchFamily="34" charset="-122"/>
                <a:cs typeface="Arial"/>
              </a:rPr>
              <a:t>생각해</a:t>
            </a:r>
            <a:r>
              <a:rPr lang="en-US" sz="1000">
                <a:solidFill>
                  <a:srgbClr val="712B13"/>
                </a:solidFill>
                <a:latin typeface="Arial"/>
                <a:ea typeface="Arial" pitchFamily="34" charset="-122"/>
                <a:cs typeface="Arial"/>
              </a:rPr>
              <a:t> </a:t>
            </a:r>
            <a:r>
              <a:rPr lang="ko-KR" altLang="en-US" sz="1000">
                <a:solidFill>
                  <a:srgbClr val="712B13"/>
                </a:solidFill>
                <a:latin typeface="Arial"/>
                <a:ea typeface="Arial" pitchFamily="34" charset="-122"/>
                <a:cs typeface="Arial"/>
              </a:rPr>
              <a:t>볼래</a:t>
            </a:r>
            <a:r>
              <a:rPr lang="en-US" altLang="ko-KR" sz="1000">
                <a:solidFill>
                  <a:srgbClr val="712B13"/>
                </a:solidFill>
                <a:latin typeface="Arial"/>
                <a:ea typeface="Arial" pitchFamily="34" charset="-122"/>
                <a:cs typeface="Arial"/>
              </a:rPr>
              <a:t>?" 등 </a:t>
            </a:r>
            <a:r>
              <a:rPr lang="en-US" altLang="ko-KR" sz="1000" err="1">
                <a:solidFill>
                  <a:srgbClr val="712B13"/>
                </a:solidFill>
                <a:latin typeface="Arial"/>
                <a:ea typeface="Arial" pitchFamily="34" charset="-122"/>
                <a:cs typeface="Arial"/>
              </a:rPr>
              <a:t>사고</a:t>
            </a:r>
            <a:r>
              <a:rPr lang="en-US" altLang="ko-KR" sz="1000">
                <a:solidFill>
                  <a:srgbClr val="712B13"/>
                </a:solidFill>
                <a:latin typeface="Arial"/>
                <a:ea typeface="Arial" pitchFamily="34" charset="-122"/>
                <a:cs typeface="Arial"/>
              </a:rPr>
              <a:t> </a:t>
            </a:r>
            <a:r>
              <a:rPr lang="en-US" altLang="ko-KR" sz="1000" err="1">
                <a:solidFill>
                  <a:srgbClr val="712B13"/>
                </a:solidFill>
                <a:latin typeface="Arial"/>
                <a:ea typeface="Arial" pitchFamily="34" charset="-122"/>
                <a:cs typeface="Arial"/>
              </a:rPr>
              <a:t>확장</a:t>
            </a:r>
            <a:r>
              <a:rPr lang="en-US" altLang="ko-KR" sz="1000">
                <a:solidFill>
                  <a:srgbClr val="712B13"/>
                </a:solidFill>
                <a:latin typeface="Arial"/>
                <a:ea typeface="Arial" pitchFamily="34" charset="-122"/>
                <a:cs typeface="Arial"/>
              </a:rPr>
              <a:t>, </a:t>
            </a:r>
            <a:r>
              <a:rPr lang="en-US" altLang="ko-KR" sz="1000" err="1">
                <a:solidFill>
                  <a:srgbClr val="712B13"/>
                </a:solidFill>
                <a:latin typeface="Arial"/>
                <a:ea typeface="Arial" pitchFamily="34" charset="-122"/>
                <a:cs typeface="Arial"/>
              </a:rPr>
              <a:t>반복을</a:t>
            </a:r>
            <a:r>
              <a:rPr lang="en-US" altLang="ko-KR" sz="1000">
                <a:solidFill>
                  <a:srgbClr val="712B13"/>
                </a:solidFill>
                <a:latin typeface="Arial"/>
                <a:ea typeface="Arial" pitchFamily="34" charset="-122"/>
                <a:cs typeface="Arial"/>
              </a:rPr>
              <a:t> </a:t>
            </a:r>
            <a:r>
              <a:rPr lang="en-US" altLang="ko-KR" sz="1000" err="1">
                <a:solidFill>
                  <a:srgbClr val="712B13"/>
                </a:solidFill>
                <a:latin typeface="Arial"/>
                <a:ea typeface="Arial" pitchFamily="34" charset="-122"/>
                <a:cs typeface="Arial"/>
              </a:rPr>
              <a:t>위한</a:t>
            </a:r>
            <a:r>
              <a:rPr lang="en-US" altLang="ko-KR" sz="1000">
                <a:solidFill>
                  <a:srgbClr val="712B13"/>
                </a:solidFill>
                <a:latin typeface="Arial"/>
                <a:ea typeface="Arial" pitchFamily="34" charset="-122"/>
                <a:cs typeface="Arial"/>
              </a:rPr>
              <a:t> </a:t>
            </a:r>
            <a:r>
              <a:rPr lang="en-US" altLang="ko-KR" sz="1000" err="1">
                <a:solidFill>
                  <a:srgbClr val="712B13"/>
                </a:solidFill>
                <a:latin typeface="Arial"/>
                <a:ea typeface="Arial" pitchFamily="34" charset="-122"/>
                <a:cs typeface="Arial"/>
              </a:rPr>
              <a:t>스캐폴딩</a:t>
            </a:r>
            <a:r>
              <a:rPr lang="en-US" altLang="ko-KR" sz="1000">
                <a:solidFill>
                  <a:srgbClr val="712B13"/>
                </a:solidFill>
                <a:latin typeface="Arial"/>
                <a:ea typeface="Arial" pitchFamily="34" charset="-122"/>
                <a:cs typeface="Arial"/>
              </a:rPr>
              <a:t> </a:t>
            </a:r>
            <a:r>
              <a:rPr lang="en-US" altLang="ko-KR" sz="1000" err="1">
                <a:solidFill>
                  <a:srgbClr val="712B13"/>
                </a:solidFill>
                <a:latin typeface="Arial"/>
                <a:ea typeface="Arial" pitchFamily="34" charset="-122"/>
                <a:cs typeface="Arial"/>
              </a:rPr>
              <a:t>질문</a:t>
            </a:r>
            <a:r>
              <a:rPr lang="en-US" altLang="ko-KR" sz="1000">
                <a:solidFill>
                  <a:srgbClr val="712B13"/>
                </a:solidFill>
                <a:latin typeface="Arial"/>
                <a:ea typeface="Arial" pitchFamily="34" charset="-122"/>
                <a:cs typeface="Arial"/>
              </a:rPr>
              <a:t> </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그래도</a:t>
            </a:r>
            <a:r>
              <a:rPr lang="en-US" sz="1000">
                <a:solidFill>
                  <a:srgbClr val="712B13"/>
                </a:solidFill>
                <a:latin typeface="Arial"/>
                <a:ea typeface="Arial" pitchFamily="34" charset="-122"/>
                <a:cs typeface="Arial"/>
              </a:rPr>
              <a:t> 못 </a:t>
            </a:r>
            <a:r>
              <a:rPr lang="en-US" sz="1000" err="1">
                <a:solidFill>
                  <a:srgbClr val="712B13"/>
                </a:solidFill>
                <a:latin typeface="Arial"/>
                <a:ea typeface="Arial" pitchFamily="34" charset="-122"/>
                <a:cs typeface="Arial"/>
              </a:rPr>
              <a:t>맞추면</a:t>
            </a:r>
            <a:r>
              <a:rPr lang="en-US" sz="1000">
                <a:solidFill>
                  <a:srgbClr val="712B13"/>
                </a:solidFill>
                <a:latin typeface="Arial"/>
                <a:ea typeface="Arial" pitchFamily="34" charset="-122"/>
                <a:cs typeface="Arial"/>
              </a:rPr>
              <a:t> 3초 </a:t>
            </a:r>
            <a:r>
              <a:rPr lang="en-US" sz="1000" err="1">
                <a:solidFill>
                  <a:srgbClr val="712B13"/>
                </a:solidFill>
                <a:latin typeface="Arial"/>
                <a:ea typeface="Arial" pitchFamily="34" charset="-122"/>
                <a:cs typeface="Arial"/>
              </a:rPr>
              <a:t>포즈</a:t>
            </a:r>
            <a:r>
              <a:rPr lang="en-US" sz="1000">
                <a:solidFill>
                  <a:srgbClr val="712B13"/>
                </a:solidFill>
                <a:latin typeface="Arial"/>
                <a:ea typeface="Arial" pitchFamily="34" charset="-122"/>
                <a:cs typeface="Arial"/>
              </a:rPr>
              <a:t> 후 </a:t>
            </a:r>
            <a:r>
              <a:rPr lang="en-US" sz="1000" err="1">
                <a:solidFill>
                  <a:srgbClr val="712B13"/>
                </a:solidFill>
                <a:latin typeface="Arial"/>
                <a:ea typeface="Arial" pitchFamily="34" charset="-122"/>
                <a:cs typeface="Arial"/>
              </a:rPr>
              <a:t>자동</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진행</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정답</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유도</a:t>
            </a:r>
            <a:r>
              <a:rPr lang="en-US" sz="1000">
                <a:solidFill>
                  <a:srgbClr val="712B13"/>
                </a:solidFill>
                <a:latin typeface="Arial"/>
                <a:ea typeface="Arial" pitchFamily="34" charset="-122"/>
                <a:cs typeface="Arial"/>
              </a:rPr>
              <a:t> 안 함).</a:t>
            </a:r>
            <a:endParaRPr lang="en-US" sz="1000">
              <a:latin typeface="Arial"/>
              <a:cs typeface="Arial"/>
            </a:endParaRPr>
          </a:p>
        </p:txBody>
      </p:sp>
      <p:sp>
        <p:nvSpPr>
          <p:cNvPr id="28" name="Text 26"/>
          <p:cNvSpPr/>
          <p:nvPr/>
        </p:nvSpPr>
        <p:spPr>
          <a:xfrm>
            <a:off x="6720840" y="3456432"/>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29" name="Shape 27"/>
          <p:cNvSpPr/>
          <p:nvPr/>
        </p:nvSpPr>
        <p:spPr>
          <a:xfrm>
            <a:off x="6720840" y="3675888"/>
            <a:ext cx="2926080" cy="329184"/>
          </a:xfrm>
          <a:prstGeom prst="roundRect">
            <a:avLst>
              <a:gd name="adj" fmla="val 50000"/>
            </a:avLst>
          </a:prstGeom>
          <a:solidFill>
            <a:srgbClr val="E6F1FB"/>
          </a:solidFill>
          <a:ln w="12700">
            <a:solidFill>
              <a:srgbClr val="185FA5"/>
            </a:solidFill>
            <a:prstDash val="solid"/>
          </a:ln>
        </p:spPr>
      </p:sp>
      <p:sp>
        <p:nvSpPr>
          <p:cNvPr id="30" name="Text 28"/>
          <p:cNvSpPr/>
          <p:nvPr/>
        </p:nvSpPr>
        <p:spPr>
          <a:xfrm>
            <a:off x="6720840" y="3675888"/>
            <a:ext cx="2926080" cy="329184"/>
          </a:xfrm>
          <a:prstGeom prst="rect">
            <a:avLst/>
          </a:prstGeom>
          <a:noFill/>
          <a:ln/>
        </p:spPr>
        <p:txBody>
          <a:bodyPr wrap="square" lIns="0" tIns="0" rIns="0" bIns="0" rtlCol="0" anchor="ctr"/>
          <a:lstStyle/>
          <a:p>
            <a:pPr marL="0" indent="0" algn="ctr">
              <a:buNone/>
            </a:pPr>
            <a:r>
              <a:rPr lang="en-US" sz="1000" b="1">
                <a:solidFill>
                  <a:srgbClr val="0C447C"/>
                </a:solidFill>
                <a:latin typeface="Arial" pitchFamily="34" charset="0"/>
                <a:ea typeface="Arial" pitchFamily="34" charset="-122"/>
                <a:cs typeface="Arial" pitchFamily="34" charset="-120"/>
              </a:rPr>
              <a:t>마이크 기능</a:t>
            </a:r>
            <a:endParaRPr lang="en-US" sz="1000"/>
          </a:p>
        </p:txBody>
      </p:sp>
    </p:spTree>
    <p:extLst>
      <p:ext uri="{BB962C8B-B14F-4D97-AF65-F5344CB8AC3E}">
        <p14:creationId xmlns:p14="http://schemas.microsoft.com/office/powerpoint/2010/main" val="2034225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EDEDE7"/>
          </a:solidFill>
          <a:ln/>
        </p:spPr>
      </p:sp>
      <p:sp>
        <p:nvSpPr>
          <p:cNvPr id="3" name="Text 1"/>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444441"/>
                </a:solidFill>
                <a:latin typeface="Arial" pitchFamily="34" charset="0"/>
                <a:ea typeface="Arial" pitchFamily="34" charset="-122"/>
                <a:cs typeface="Arial" pitchFamily="34" charset="-120"/>
              </a:rPr>
              <a:t>1차시  ·  2단계 · 소재 및 주제 파악 2</a:t>
            </a:r>
            <a:endParaRPr lang="en-US" sz="1600"/>
          </a:p>
        </p:txBody>
      </p:sp>
      <p:sp>
        <p:nvSpPr>
          <p:cNvPr id="4" name="Shape 2"/>
          <p:cNvSpPr/>
          <p:nvPr/>
        </p:nvSpPr>
        <p:spPr>
          <a:xfrm>
            <a:off x="9966960" y="128016"/>
            <a:ext cx="1828800" cy="310896"/>
          </a:xfrm>
          <a:prstGeom prst="roundRect">
            <a:avLst>
              <a:gd name="adj" fmla="val 50000"/>
            </a:avLst>
          </a:prstGeom>
          <a:solidFill>
            <a:srgbClr val="FFFFFF"/>
          </a:solidFill>
          <a:ln w="12700">
            <a:solidFill>
              <a:srgbClr val="888780"/>
            </a:solidFill>
            <a:prstDash val="solid"/>
          </a:ln>
        </p:spPr>
      </p:sp>
      <p:sp>
        <p:nvSpPr>
          <p:cNvPr id="5" name="Text 3"/>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444441"/>
                </a:solidFill>
                <a:latin typeface="Arial" pitchFamily="34" charset="0"/>
                <a:ea typeface="Arial" pitchFamily="34" charset="-122"/>
                <a:cs typeface="Arial" pitchFamily="34" charset="-120"/>
              </a:rPr>
              <a:t>도입</a:t>
            </a:r>
            <a:endParaRPr lang="en-US" sz="950"/>
          </a:p>
        </p:txBody>
      </p:sp>
      <p:sp>
        <p:nvSpPr>
          <p:cNvPr id="6" name="Shape 4"/>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sp>
      <p:sp>
        <p:nvSpPr>
          <p:cNvPr id="7" name="Shape 5"/>
          <p:cNvSpPr/>
          <p:nvPr/>
        </p:nvSpPr>
        <p:spPr>
          <a:xfrm>
            <a:off x="457200" y="868680"/>
            <a:ext cx="5943600" cy="256032"/>
          </a:xfrm>
          <a:prstGeom prst="rect">
            <a:avLst/>
          </a:prstGeom>
          <a:solidFill>
            <a:srgbClr val="F0EEE7"/>
          </a:solidFill>
          <a:ln w="9525">
            <a:solidFill>
              <a:srgbClr val="B9B6AC"/>
            </a:solidFill>
            <a:prstDash val="solid"/>
          </a:ln>
        </p:spPr>
      </p:sp>
      <p:sp>
        <p:nvSpPr>
          <p:cNvPr id="8" name="Shape 6"/>
          <p:cNvSpPr/>
          <p:nvPr/>
        </p:nvSpPr>
        <p:spPr>
          <a:xfrm>
            <a:off x="585216" y="960120"/>
            <a:ext cx="73152" cy="73152"/>
          </a:xfrm>
          <a:prstGeom prst="ellipse">
            <a:avLst/>
          </a:prstGeom>
          <a:solidFill>
            <a:srgbClr val="C7C4B9"/>
          </a:solidFill>
          <a:ln/>
        </p:spPr>
      </p:sp>
      <p:sp>
        <p:nvSpPr>
          <p:cNvPr id="9" name="Shape 7"/>
          <p:cNvSpPr/>
          <p:nvPr/>
        </p:nvSpPr>
        <p:spPr>
          <a:xfrm>
            <a:off x="731520" y="960120"/>
            <a:ext cx="73152" cy="73152"/>
          </a:xfrm>
          <a:prstGeom prst="ellipse">
            <a:avLst/>
          </a:prstGeom>
          <a:solidFill>
            <a:srgbClr val="C7C4B9"/>
          </a:solidFill>
          <a:ln/>
        </p:spPr>
      </p:sp>
      <p:sp>
        <p:nvSpPr>
          <p:cNvPr id="10" name="Shape 8"/>
          <p:cNvSpPr/>
          <p:nvPr/>
        </p:nvSpPr>
        <p:spPr>
          <a:xfrm>
            <a:off x="877824" y="960120"/>
            <a:ext cx="73152" cy="73152"/>
          </a:xfrm>
          <a:prstGeom prst="ellipse">
            <a:avLst/>
          </a:prstGeom>
          <a:solidFill>
            <a:srgbClr val="C7C4B9"/>
          </a:solidFill>
          <a:ln/>
        </p:spPr>
      </p:sp>
      <p:sp>
        <p:nvSpPr>
          <p:cNvPr id="11" name="Text 9"/>
          <p:cNvSpPr/>
          <p:nvPr/>
        </p:nvSpPr>
        <p:spPr>
          <a:xfrm>
            <a:off x="621792" y="1234440"/>
            <a:ext cx="291949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텍스트 영역</a:t>
            </a:r>
            <a:endParaRPr lang="en-US" sz="750"/>
          </a:p>
        </p:txBody>
      </p:sp>
      <p:sp>
        <p:nvSpPr>
          <p:cNvPr id="12" name="Text 10"/>
          <p:cNvSpPr/>
          <p:nvPr/>
        </p:nvSpPr>
        <p:spPr>
          <a:xfrm>
            <a:off x="3687592" y="1234440"/>
            <a:ext cx="25486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Activity 영역</a:t>
            </a:r>
            <a:endParaRPr lang="en-US" sz="750"/>
          </a:p>
        </p:txBody>
      </p:sp>
      <p:sp>
        <p:nvSpPr>
          <p:cNvPr id="13" name="Shape 11"/>
          <p:cNvSpPr/>
          <p:nvPr/>
        </p:nvSpPr>
        <p:spPr>
          <a:xfrm>
            <a:off x="621792" y="1417320"/>
            <a:ext cx="2919496" cy="3767328"/>
          </a:xfrm>
          <a:prstGeom prst="roundRect">
            <a:avLst>
              <a:gd name="adj" fmla="val 1566"/>
            </a:avLst>
          </a:prstGeom>
          <a:solidFill>
            <a:srgbClr val="F1EFE8"/>
          </a:solidFill>
          <a:ln w="9525">
            <a:solidFill>
              <a:srgbClr val="D9D7CE"/>
            </a:solidFill>
            <a:prstDash val="solid"/>
          </a:ln>
        </p:spPr>
      </p:sp>
      <p:sp>
        <p:nvSpPr>
          <p:cNvPr id="14" name="Text 12"/>
          <p:cNvSpPr/>
          <p:nvPr/>
        </p:nvSpPr>
        <p:spPr>
          <a:xfrm>
            <a:off x="713232" y="1472184"/>
            <a:ext cx="2736616" cy="3657600"/>
          </a:xfrm>
          <a:prstGeom prst="rect">
            <a:avLst/>
          </a:prstGeom>
          <a:noFill/>
          <a:ln/>
        </p:spPr>
        <p:txBody>
          <a:bodyPr wrap="square" lIns="0" tIns="0" rIns="0" bIns="0" rtlCol="0" anchor="t"/>
          <a:lstStyle/>
          <a:p>
            <a:pPr>
              <a:lnSpc>
                <a:spcPct val="114999"/>
              </a:lnSpc>
            </a:pPr>
            <a:r>
              <a:rPr lang="en-US" altLang="ko-KR" sz="800" i="1">
                <a:solidFill>
                  <a:srgbClr val="6D6A63"/>
                </a:solidFill>
                <a:latin typeface="Arial"/>
                <a:ea typeface="맑은 고딕"/>
                <a:cs typeface="Arial"/>
              </a:rPr>
              <a:t>Violent video games are still blamed for real violence, though that link has never been proven. Today, the real question is whether kids should be allowed to play them at all.</a:t>
            </a:r>
            <a:endParaRPr lang="en-US" altLang="ko-KR"/>
          </a:p>
          <a:p>
            <a:pPr>
              <a:lnSpc>
                <a:spcPct val="114999"/>
              </a:lnSpc>
            </a:pPr>
            <a:endParaRPr lang="en-US" sz="800">
              <a:ea typeface="Calibri"/>
              <a:cs typeface="Calibri"/>
            </a:endParaRPr>
          </a:p>
        </p:txBody>
      </p:sp>
      <p:sp>
        <p:nvSpPr>
          <p:cNvPr id="15" name="Text 13"/>
          <p:cNvSpPr/>
          <p:nvPr/>
        </p:nvSpPr>
        <p:spPr>
          <a:xfrm>
            <a:off x="3687592" y="1435608"/>
            <a:ext cx="2743200" cy="201168"/>
          </a:xfrm>
          <a:prstGeom prst="rect">
            <a:avLst/>
          </a:prstGeom>
          <a:noFill/>
          <a:ln/>
        </p:spPr>
        <p:txBody>
          <a:bodyPr wrap="square" lIns="0" tIns="0" rIns="0" bIns="0" rtlCol="0" anchor="ctr"/>
          <a:lstStyle/>
          <a:p>
            <a:pPr marL="0" indent="0">
              <a:buNone/>
            </a:pPr>
            <a:r>
              <a:rPr lang="en-US" sz="850" b="1">
                <a:solidFill>
                  <a:srgbClr val="6D6A63"/>
                </a:solidFill>
                <a:latin typeface="Arial" pitchFamily="34" charset="0"/>
                <a:ea typeface="Arial" pitchFamily="34" charset="-122"/>
                <a:cs typeface="Arial" pitchFamily="34" charset="-120"/>
              </a:rPr>
              <a:t>인터랙션 · 말하기</a:t>
            </a:r>
            <a:endParaRPr lang="en-US" sz="850"/>
          </a:p>
        </p:txBody>
      </p:sp>
      <p:sp>
        <p:nvSpPr>
          <p:cNvPr id="16" name="Shape 14"/>
          <p:cNvSpPr/>
          <p:nvPr/>
        </p:nvSpPr>
        <p:spPr>
          <a:xfrm>
            <a:off x="4632716" y="1691640"/>
            <a:ext cx="658368" cy="658368"/>
          </a:xfrm>
          <a:prstGeom prst="ellipse">
            <a:avLst/>
          </a:prstGeom>
          <a:solidFill>
            <a:srgbClr val="FAECE7"/>
          </a:solidFill>
          <a:ln w="12700">
            <a:solidFill>
              <a:srgbClr val="993C1D"/>
            </a:solidFill>
            <a:prstDash val="solid"/>
          </a:ln>
        </p:spPr>
      </p:sp>
      <p:sp>
        <p:nvSpPr>
          <p:cNvPr id="17" name="Text 15"/>
          <p:cNvSpPr/>
          <p:nvPr/>
        </p:nvSpPr>
        <p:spPr>
          <a:xfrm>
            <a:off x="4632716" y="1691640"/>
            <a:ext cx="658368" cy="658368"/>
          </a:xfrm>
          <a:prstGeom prst="rect">
            <a:avLst/>
          </a:prstGeom>
          <a:noFill/>
          <a:ln/>
        </p:spPr>
        <p:txBody>
          <a:bodyPr wrap="square" lIns="0" tIns="0" rIns="0" bIns="0" rtlCol="0" anchor="ctr"/>
          <a:lstStyle/>
          <a:p>
            <a:pPr marL="0" indent="0" algn="ctr">
              <a:buNone/>
            </a:pPr>
            <a:r>
              <a:rPr lang="en-US" sz="2000">
                <a:solidFill>
                  <a:srgbClr val="000000"/>
                </a:solidFill>
                <a:latin typeface="Arial" pitchFamily="34" charset="0"/>
                <a:ea typeface="Arial" pitchFamily="34" charset="-122"/>
                <a:cs typeface="Arial" pitchFamily="34" charset="-120"/>
              </a:rPr>
              <a:t>🎙</a:t>
            </a:r>
            <a:endParaRPr lang="en-US" sz="2000"/>
          </a:p>
        </p:txBody>
      </p:sp>
      <p:sp>
        <p:nvSpPr>
          <p:cNvPr id="18" name="Text 16"/>
          <p:cNvSpPr/>
          <p:nvPr/>
        </p:nvSpPr>
        <p:spPr>
          <a:xfrm>
            <a:off x="3687592" y="2404872"/>
            <a:ext cx="2548616" cy="201168"/>
          </a:xfrm>
          <a:prstGeom prst="rect">
            <a:avLst/>
          </a:prstGeom>
          <a:noFill/>
          <a:ln/>
        </p:spPr>
        <p:txBody>
          <a:bodyPr wrap="square" lIns="0" tIns="0" rIns="0" bIns="0" rtlCol="0" anchor="ctr"/>
          <a:lstStyle/>
          <a:p>
            <a:pPr marL="0" indent="0" algn="ctr">
              <a:buNone/>
            </a:pPr>
            <a:r>
              <a:rPr lang="en-US" sz="850">
                <a:solidFill>
                  <a:srgbClr val="6D6A63"/>
                </a:solidFill>
                <a:latin typeface="Arial" pitchFamily="34" charset="0"/>
                <a:ea typeface="Arial" pitchFamily="34" charset="-122"/>
                <a:cs typeface="Arial" pitchFamily="34" charset="-120"/>
              </a:rPr>
              <a:t>학생이 음성으로 답변</a:t>
            </a:r>
            <a:endParaRPr lang="en-US" sz="850"/>
          </a:p>
        </p:txBody>
      </p:sp>
      <p:sp>
        <p:nvSpPr>
          <p:cNvPr id="19" name="Text 17"/>
          <p:cNvSpPr/>
          <p:nvPr/>
        </p:nvSpPr>
        <p:spPr>
          <a:xfrm>
            <a:off x="621792" y="5312664"/>
            <a:ext cx="56144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튜터링 영역</a:t>
            </a:r>
            <a:endParaRPr lang="en-US" sz="750"/>
          </a:p>
        </p:txBody>
      </p:sp>
      <p:sp>
        <p:nvSpPr>
          <p:cNvPr id="20" name="Shape 18"/>
          <p:cNvSpPr/>
          <p:nvPr/>
        </p:nvSpPr>
        <p:spPr>
          <a:xfrm>
            <a:off x="621792" y="5495544"/>
            <a:ext cx="5614416" cy="566928"/>
          </a:xfrm>
          <a:prstGeom prst="roundRect">
            <a:avLst>
              <a:gd name="adj" fmla="val 19355"/>
            </a:avLst>
          </a:prstGeom>
          <a:solidFill>
            <a:srgbClr val="E6F1FB"/>
          </a:solidFill>
          <a:ln w="9525">
            <a:solidFill>
              <a:srgbClr val="185FA5"/>
            </a:solidFill>
            <a:prstDash val="solid"/>
          </a:ln>
        </p:spPr>
      </p:sp>
      <p:sp>
        <p:nvSpPr>
          <p:cNvPr id="21" name="Text 19"/>
          <p:cNvSpPr/>
          <p:nvPr/>
        </p:nvSpPr>
        <p:spPr>
          <a:xfrm>
            <a:off x="749808" y="5495544"/>
            <a:ext cx="5358384" cy="566928"/>
          </a:xfrm>
          <a:prstGeom prst="rect">
            <a:avLst/>
          </a:prstGeom>
          <a:noFill/>
          <a:ln/>
        </p:spPr>
        <p:txBody>
          <a:bodyPr wrap="square" lIns="0" tIns="0" rIns="0" bIns="0" rtlCol="0" anchor="ctr"/>
          <a:lstStyle/>
          <a:p>
            <a:pPr marL="0" indent="0">
              <a:lnSpc>
                <a:spcPct val="105000"/>
              </a:lnSpc>
              <a:buNone/>
            </a:pPr>
            <a:r>
              <a:rPr lang="en-US" sz="900" b="1">
                <a:solidFill>
                  <a:srgbClr val="185FA5"/>
                </a:solidFill>
                <a:latin typeface="Arial" pitchFamily="34" charset="0"/>
                <a:ea typeface="Arial" pitchFamily="34" charset="-122"/>
                <a:cs typeface="Arial" pitchFamily="34" charset="-120"/>
              </a:rPr>
              <a:t>🎙 튜터  </a:t>
            </a:r>
            <a:r>
              <a:rPr lang="en-US" sz="1000">
                <a:solidFill>
                  <a:srgbClr val="0C447C"/>
                </a:solidFill>
                <a:latin typeface="Arial" pitchFamily="34" charset="0"/>
                <a:ea typeface="Arial" pitchFamily="34" charset="-122"/>
                <a:cs typeface="Arial" pitchFamily="34" charset="-120"/>
              </a:rPr>
              <a:t>이 글은 비디오 게임에 관한 글이야. 어떤 비디오 게임에 대해 말하고 싶은 거 같아?</a:t>
            </a:r>
            <a:endParaRPr lang="en-US" sz="900"/>
          </a:p>
        </p:txBody>
      </p:sp>
      <p:sp>
        <p:nvSpPr>
          <p:cNvPr id="22" name="Text 20"/>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23" name="Text 21"/>
          <p:cNvSpPr/>
          <p:nvPr/>
        </p:nvSpPr>
        <p:spPr>
          <a:xfrm>
            <a:off x="6720840" y="1088136"/>
            <a:ext cx="5029200" cy="365760"/>
          </a:xfrm>
          <a:prstGeom prst="rect">
            <a:avLst/>
          </a:prstGeom>
          <a:noFill/>
          <a:ln/>
        </p:spPr>
        <p:txBody>
          <a:bodyPr wrap="square" lIns="0" tIns="0" rIns="0" bIns="0" rtlCol="0" anchor="ctr"/>
          <a:lstStyle/>
          <a:p>
            <a:pPr marL="0" indent="0">
              <a:lnSpc>
                <a:spcPct val="110000"/>
              </a:lnSpc>
              <a:buNone/>
            </a:pPr>
            <a:r>
              <a:rPr lang="en-US" sz="1200" b="1">
                <a:solidFill>
                  <a:srgbClr val="26221C"/>
                </a:solidFill>
                <a:latin typeface="Arial" pitchFamily="34" charset="0"/>
                <a:ea typeface="Arial" pitchFamily="34" charset="-122"/>
                <a:cs typeface="Arial" pitchFamily="34" charset="-120"/>
              </a:rPr>
              <a:t>막연한 소재에서 ‘대상을 바라보는 시각(부정적)’까지 구체화.</a:t>
            </a:r>
            <a:endParaRPr lang="en-US" sz="1200"/>
          </a:p>
        </p:txBody>
      </p:sp>
      <p:sp>
        <p:nvSpPr>
          <p:cNvPr id="24" name="Shape 22"/>
          <p:cNvSpPr/>
          <p:nvPr/>
        </p:nvSpPr>
        <p:spPr>
          <a:xfrm>
            <a:off x="6720840" y="1591056"/>
            <a:ext cx="5029200" cy="822960"/>
          </a:xfrm>
          <a:prstGeom prst="roundRect">
            <a:avLst>
              <a:gd name="adj" fmla="val 6667"/>
            </a:avLst>
          </a:prstGeom>
          <a:solidFill>
            <a:srgbClr val="EAF3DE"/>
          </a:solidFill>
          <a:ln w="9525">
            <a:solidFill>
              <a:srgbClr val="3B6D11"/>
            </a:solidFill>
            <a:prstDash val="solid"/>
          </a:ln>
        </p:spPr>
      </p:sp>
      <p:sp>
        <p:nvSpPr>
          <p:cNvPr id="25" name="Text 23"/>
          <p:cNvSpPr/>
          <p:nvPr/>
        </p:nvSpPr>
        <p:spPr>
          <a:xfrm>
            <a:off x="6848856" y="1645920"/>
            <a:ext cx="4773168" cy="713232"/>
          </a:xfrm>
          <a:prstGeom prst="rect">
            <a:avLst/>
          </a:prstGeom>
          <a:noFill/>
          <a:ln/>
        </p:spPr>
        <p:txBody>
          <a:bodyPr wrap="square" lIns="0" tIns="0" rIns="0" bIns="0" rtlCol="0" anchor="t"/>
          <a:lstStyle/>
          <a:p>
            <a:pPr>
              <a:lnSpc>
                <a:spcPct val="115000"/>
              </a:lnSpc>
            </a:pPr>
            <a:r>
              <a:rPr lang="en-US" sz="1000" b="1">
                <a:solidFill>
                  <a:srgbClr val="27500A"/>
                </a:solidFill>
                <a:latin typeface="Arial"/>
                <a:ea typeface="Arial" pitchFamily="34" charset="-122"/>
                <a:cs typeface="Arial"/>
              </a:rPr>
              <a:t>정답(CA1) 시  </a:t>
            </a:r>
            <a:r>
              <a:rPr lang="en-US" sz="1000">
                <a:solidFill>
                  <a:srgbClr val="27500A"/>
                </a:solidFill>
                <a:latin typeface="Arial"/>
                <a:ea typeface="Arial" pitchFamily="34" charset="-122"/>
                <a:cs typeface="Arial"/>
              </a:rPr>
              <a:t>“안 좋은 비디오 게임” </a:t>
            </a:r>
            <a:r>
              <a:rPr lang="ko-KR" altLang="en-US" sz="1000">
                <a:solidFill>
                  <a:srgbClr val="27500A"/>
                </a:solidFill>
                <a:latin typeface="Arial"/>
                <a:ea typeface="Arial" pitchFamily="34" charset="-122"/>
                <a:cs typeface="Arial"/>
              </a:rPr>
              <a:t>또는</a:t>
            </a:r>
            <a:r>
              <a:rPr lang="en-US" sz="1000">
                <a:solidFill>
                  <a:srgbClr val="27500A"/>
                </a:solidFill>
                <a:latin typeface="Arial"/>
                <a:ea typeface="Arial" pitchFamily="34" charset="-122"/>
                <a:cs typeface="Arial"/>
              </a:rPr>
              <a:t> "</a:t>
            </a:r>
            <a:r>
              <a:rPr lang="ko-KR" altLang="en-US" sz="1000">
                <a:solidFill>
                  <a:srgbClr val="27500A"/>
                </a:solidFill>
                <a:latin typeface="Arial"/>
                <a:ea typeface="Arial" pitchFamily="34" charset="-122"/>
                <a:cs typeface="Arial"/>
              </a:rPr>
              <a:t>폭력적인</a:t>
            </a:r>
            <a:r>
              <a:rPr lang="en-US" sz="1000">
                <a:solidFill>
                  <a:srgbClr val="27500A"/>
                </a:solidFill>
                <a:latin typeface="Arial"/>
                <a:ea typeface="Arial" pitchFamily="34" charset="-122"/>
                <a:cs typeface="Arial"/>
              </a:rPr>
              <a:t> </a:t>
            </a:r>
            <a:r>
              <a:rPr lang="ko-KR" altLang="en-US" sz="1000">
                <a:solidFill>
                  <a:srgbClr val="27500A"/>
                </a:solidFill>
                <a:latin typeface="Arial"/>
                <a:ea typeface="Arial" pitchFamily="34" charset="-122"/>
                <a:cs typeface="Arial"/>
              </a:rPr>
              <a:t>비디오</a:t>
            </a:r>
            <a:r>
              <a:rPr lang="en-US" sz="1000">
                <a:solidFill>
                  <a:srgbClr val="27500A"/>
                </a:solidFill>
                <a:latin typeface="Arial"/>
                <a:ea typeface="Arial" pitchFamily="34" charset="-122"/>
                <a:cs typeface="Arial"/>
              </a:rPr>
              <a:t> </a:t>
            </a:r>
            <a:r>
              <a:rPr lang="ko-KR" altLang="en-US" sz="1000">
                <a:solidFill>
                  <a:srgbClr val="27500A"/>
                </a:solidFill>
                <a:latin typeface="Arial"/>
                <a:ea typeface="Arial" pitchFamily="34" charset="-122"/>
                <a:cs typeface="Arial"/>
              </a:rPr>
              <a:t>게임</a:t>
            </a:r>
            <a:r>
              <a:rPr lang="en-US" sz="1000">
                <a:solidFill>
                  <a:srgbClr val="27500A"/>
                </a:solidFill>
                <a:latin typeface="Arial"/>
                <a:ea typeface="Arial" pitchFamily="34" charset="-122"/>
                <a:cs typeface="Arial"/>
              </a:rPr>
              <a:t>" </a:t>
            </a:r>
            <a:r>
              <a:rPr lang="ko-KR" altLang="en-US" sz="1000">
                <a:solidFill>
                  <a:srgbClr val="27500A"/>
                </a:solidFill>
                <a:latin typeface="Arial"/>
                <a:ea typeface="Arial" pitchFamily="34" charset="-122"/>
                <a:cs typeface="Arial"/>
              </a:rPr>
              <a:t>등</a:t>
            </a:r>
            <a:r>
              <a:rPr lang="en-US" sz="1000">
                <a:solidFill>
                  <a:srgbClr val="27500A"/>
                </a:solidFill>
                <a:latin typeface="Arial"/>
                <a:ea typeface="Arial" pitchFamily="34" charset="-122"/>
                <a:cs typeface="Arial"/>
              </a:rPr>
              <a:t> → "왜 그렇게 </a:t>
            </a:r>
            <a:r>
              <a:rPr lang="ko-KR" altLang="en-US" sz="1000">
                <a:solidFill>
                  <a:srgbClr val="27500A"/>
                </a:solidFill>
                <a:latin typeface="Arial"/>
                <a:ea typeface="Arial" pitchFamily="34" charset="-122"/>
                <a:cs typeface="Arial"/>
              </a:rPr>
              <a:t>생각했어</a:t>
            </a:r>
            <a:r>
              <a:rPr lang="en-US" sz="1000">
                <a:solidFill>
                  <a:srgbClr val="27500A"/>
                </a:solidFill>
                <a:latin typeface="Arial"/>
                <a:ea typeface="Arial" pitchFamily="34" charset="-122"/>
                <a:cs typeface="Arial"/>
              </a:rPr>
              <a:t>?"</a:t>
            </a:r>
            <a:r>
              <a:rPr lang="en-US" altLang="ko-KR" sz="1000">
                <a:solidFill>
                  <a:srgbClr val="27500A"/>
                </a:solidFill>
                <a:latin typeface="Arial"/>
                <a:ea typeface="Arial" pitchFamily="34" charset="-122"/>
                <a:cs typeface="Arial"/>
              </a:rPr>
              <a:t> </a:t>
            </a:r>
            <a:r>
              <a:rPr lang="ko-KR" altLang="en-US" sz="1000">
                <a:solidFill>
                  <a:srgbClr val="27500A"/>
                </a:solidFill>
                <a:latin typeface="Arial"/>
                <a:ea typeface="Arial" pitchFamily="34" charset="-122"/>
                <a:cs typeface="Arial"/>
              </a:rPr>
              <a:t> </a:t>
            </a:r>
            <a:r>
              <a:rPr lang="en-US" altLang="ko-KR" sz="1000">
                <a:solidFill>
                  <a:srgbClr val="27500A"/>
                </a:solidFill>
                <a:latin typeface="Arial"/>
                <a:ea typeface="Arial" pitchFamily="34" charset="-122"/>
                <a:cs typeface="Arial"/>
              </a:rPr>
              <a:t>→ "어떤 문장에 그 내용이 나와 있지?" → </a:t>
            </a:r>
            <a:r>
              <a:rPr lang="ko-KR" altLang="en-US" sz="1000">
                <a:solidFill>
                  <a:srgbClr val="27500A"/>
                </a:solidFill>
                <a:latin typeface="Arial"/>
                <a:ea typeface="Arial" pitchFamily="34" charset="-122"/>
                <a:cs typeface="Arial"/>
              </a:rPr>
              <a:t>문장</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집기로</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연결</a:t>
            </a:r>
            <a:r>
              <a:rPr lang="en-US" sz="1000">
                <a:solidFill>
                  <a:srgbClr val="27500A"/>
                </a:solidFill>
                <a:latin typeface="Arial"/>
                <a:ea typeface="Arial" pitchFamily="34" charset="-122"/>
                <a:cs typeface="Arial"/>
              </a:rPr>
              <a:t>. </a:t>
            </a:r>
            <a:endParaRPr lang="en-US" sz="1000"/>
          </a:p>
        </p:txBody>
      </p:sp>
      <p:sp>
        <p:nvSpPr>
          <p:cNvPr id="26" name="Shape 24"/>
          <p:cNvSpPr/>
          <p:nvPr/>
        </p:nvSpPr>
        <p:spPr>
          <a:xfrm>
            <a:off x="6720840" y="2523744"/>
            <a:ext cx="5029200" cy="822960"/>
          </a:xfrm>
          <a:prstGeom prst="roundRect">
            <a:avLst>
              <a:gd name="adj" fmla="val 6667"/>
            </a:avLst>
          </a:prstGeom>
          <a:solidFill>
            <a:srgbClr val="FAECE7"/>
          </a:solidFill>
          <a:ln w="9525">
            <a:solidFill>
              <a:srgbClr val="993C1D"/>
            </a:solidFill>
            <a:prstDash val="solid"/>
          </a:ln>
        </p:spPr>
      </p:sp>
      <p:sp>
        <p:nvSpPr>
          <p:cNvPr id="27" name="Text 25"/>
          <p:cNvSpPr/>
          <p:nvPr/>
        </p:nvSpPr>
        <p:spPr>
          <a:xfrm>
            <a:off x="6848856" y="2578608"/>
            <a:ext cx="4773168" cy="713232"/>
          </a:xfrm>
          <a:prstGeom prst="rect">
            <a:avLst/>
          </a:prstGeom>
          <a:noFill/>
          <a:ln/>
        </p:spPr>
        <p:txBody>
          <a:bodyPr wrap="square" lIns="0" tIns="0" rIns="0" bIns="0" rtlCol="0" anchor="t"/>
          <a:lstStyle/>
          <a:p>
            <a:pPr marL="0" indent="0">
              <a:lnSpc>
                <a:spcPct val="115000"/>
              </a:lnSpc>
              <a:buNone/>
            </a:pPr>
            <a:r>
              <a:rPr lang="en-US" sz="1000" b="1">
                <a:solidFill>
                  <a:srgbClr val="712B13"/>
                </a:solidFill>
                <a:latin typeface="Arial" pitchFamily="34" charset="0"/>
                <a:ea typeface="Arial" pitchFamily="34" charset="-122"/>
                <a:cs typeface="Arial" pitchFamily="34" charset="-120"/>
              </a:rPr>
              <a:t>오답/망설임(CA2) 시  </a:t>
            </a:r>
            <a:r>
              <a:rPr lang="en-US" sz="1000">
                <a:solidFill>
                  <a:srgbClr val="712B13"/>
                </a:solidFill>
                <a:latin typeface="Arial" pitchFamily="34" charset="0"/>
                <a:ea typeface="Arial" pitchFamily="34" charset="-122"/>
                <a:cs typeface="Arial" pitchFamily="34" charset="-120"/>
              </a:rPr>
              <a:t>사진을 보고 고를 수 있겠어? → (▶ 2-A 이미지 선택 화면으로 분기)</a:t>
            </a:r>
            <a:endParaRPr lang="en-US" sz="1000"/>
          </a:p>
        </p:txBody>
      </p:sp>
      <p:sp>
        <p:nvSpPr>
          <p:cNvPr id="28" name="Text 26"/>
          <p:cNvSpPr/>
          <p:nvPr/>
        </p:nvSpPr>
        <p:spPr>
          <a:xfrm>
            <a:off x="6720840" y="3456432"/>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29" name="Shape 27"/>
          <p:cNvSpPr/>
          <p:nvPr/>
        </p:nvSpPr>
        <p:spPr>
          <a:xfrm>
            <a:off x="6720840" y="3675888"/>
            <a:ext cx="2926080" cy="329184"/>
          </a:xfrm>
          <a:prstGeom prst="roundRect">
            <a:avLst>
              <a:gd name="adj" fmla="val 50000"/>
            </a:avLst>
          </a:prstGeom>
          <a:solidFill>
            <a:srgbClr val="E6F1FB"/>
          </a:solidFill>
          <a:ln w="12700">
            <a:solidFill>
              <a:srgbClr val="185FA5"/>
            </a:solidFill>
            <a:prstDash val="solid"/>
          </a:ln>
        </p:spPr>
      </p:sp>
      <p:sp>
        <p:nvSpPr>
          <p:cNvPr id="30" name="Text 28"/>
          <p:cNvSpPr/>
          <p:nvPr/>
        </p:nvSpPr>
        <p:spPr>
          <a:xfrm>
            <a:off x="6720840" y="3675888"/>
            <a:ext cx="2926080" cy="329184"/>
          </a:xfrm>
          <a:prstGeom prst="rect">
            <a:avLst/>
          </a:prstGeom>
          <a:noFill/>
          <a:ln/>
        </p:spPr>
        <p:txBody>
          <a:bodyPr wrap="square" lIns="0" tIns="0" rIns="0" bIns="0" rtlCol="0" anchor="ctr"/>
          <a:lstStyle/>
          <a:p>
            <a:pPr marL="0" indent="0" algn="ctr">
              <a:buNone/>
            </a:pPr>
            <a:r>
              <a:rPr lang="en-US" sz="1000" b="1">
                <a:solidFill>
                  <a:srgbClr val="0C447C"/>
                </a:solidFill>
                <a:latin typeface="Arial" pitchFamily="34" charset="0"/>
                <a:ea typeface="Arial" pitchFamily="34" charset="-122"/>
                <a:cs typeface="Arial" pitchFamily="34" charset="-120"/>
              </a:rPr>
              <a:t>마이크 기능 · 터치/짚기</a:t>
            </a:r>
            <a:endParaRPr lang="en-US" sz="1000"/>
          </a:p>
        </p:txBody>
      </p:sp>
      <p:sp>
        <p:nvSpPr>
          <p:cNvPr id="31" name="Text 29"/>
          <p:cNvSpPr/>
          <p:nvPr/>
        </p:nvSpPr>
        <p:spPr>
          <a:xfrm>
            <a:off x="6720840" y="6263640"/>
            <a:ext cx="5029200" cy="274320"/>
          </a:xfrm>
          <a:prstGeom prst="rect">
            <a:avLst/>
          </a:prstGeom>
          <a:noFill/>
          <a:ln/>
        </p:spPr>
        <p:txBody>
          <a:bodyPr wrap="square" lIns="0" tIns="0" rIns="0" bIns="0" rtlCol="0" anchor="ctr"/>
          <a:lstStyle/>
          <a:p>
            <a:pPr marL="0" indent="0">
              <a:buNone/>
            </a:pPr>
            <a:r>
              <a:rPr lang="en-US" sz="950" i="1">
                <a:solidFill>
                  <a:srgbClr val="444441"/>
                </a:solidFill>
                <a:latin typeface="Arial" pitchFamily="34" charset="0"/>
                <a:ea typeface="Arial" pitchFamily="34" charset="-122"/>
                <a:cs typeface="Arial" pitchFamily="34" charset="-120"/>
              </a:rPr>
              <a:t>→ 이어지는 슬라이드 “2-A”에서 이미지 선택 화면 참고</a:t>
            </a:r>
            <a:endParaRPr lang="en-US" sz="950"/>
          </a:p>
        </p:txBody>
      </p:sp>
      <p:sp>
        <p:nvSpPr>
          <p:cNvPr id="32" name="TextBox 31">
            <a:extLst>
              <a:ext uri="{FF2B5EF4-FFF2-40B4-BE49-F238E27FC236}">
                <a16:creationId xmlns:a16="http://schemas.microsoft.com/office/drawing/2014/main" id="{C091B00C-99A8-448D-7A5E-5968609B6D58}"/>
              </a:ext>
            </a:extLst>
          </p:cNvPr>
          <p:cNvSpPr txBox="1"/>
          <p:nvPr/>
        </p:nvSpPr>
        <p:spPr>
          <a:xfrm>
            <a:off x="6792686" y="4154714"/>
            <a:ext cx="5210629" cy="671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ko-KR" sz="800" b="0" i="0">
                <a:solidFill>
                  <a:srgbClr val="000000"/>
                </a:solidFill>
                <a:latin typeface="맑은 고딕"/>
                <a:ea typeface="Arial"/>
                <a:cs typeface="맑은 고딕"/>
              </a:rPr>
              <a:t>​</a:t>
            </a:r>
          </a:p>
          <a:p>
            <a:pPr algn="l" rtl="0">
              <a:lnSpc>
                <a:spcPts val="1350"/>
              </a:lnSpc>
            </a:pPr>
            <a:endParaRPr lang="en-US" sz="800" b="0" i="1" u="none" strike="noStrike" baseline="0">
              <a:solidFill>
                <a:srgbClr val="6D6A63"/>
              </a:solidFill>
              <a:latin typeface="Arial"/>
              <a:ea typeface="맑은 고딕"/>
              <a:cs typeface="맑은 고딕"/>
            </a:endParaRPr>
          </a:p>
          <a:p>
            <a:pPr algn="ctr"/>
            <a:endParaRPr lang="en-US"/>
          </a:p>
        </p:txBody>
      </p:sp>
    </p:spTree>
    <p:extLst>
      <p:ext uri="{BB962C8B-B14F-4D97-AF65-F5344CB8AC3E}">
        <p14:creationId xmlns:p14="http://schemas.microsoft.com/office/powerpoint/2010/main" val="38435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EDEDE7"/>
          </a:solidFill>
          <a:ln/>
        </p:spPr>
      </p:sp>
      <p:sp>
        <p:nvSpPr>
          <p:cNvPr id="3" name="Text 1"/>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444441"/>
                </a:solidFill>
                <a:latin typeface="Arial" pitchFamily="34" charset="0"/>
                <a:ea typeface="Arial" pitchFamily="34" charset="-122"/>
                <a:cs typeface="Arial" pitchFamily="34" charset="-120"/>
              </a:rPr>
              <a:t>1차시  ·  2-A · 이미지 선택 (보조 화면)</a:t>
            </a:r>
            <a:endParaRPr lang="en-US" sz="1600"/>
          </a:p>
        </p:txBody>
      </p:sp>
      <p:sp>
        <p:nvSpPr>
          <p:cNvPr id="4" name="Shape 2"/>
          <p:cNvSpPr/>
          <p:nvPr/>
        </p:nvSpPr>
        <p:spPr>
          <a:xfrm>
            <a:off x="9966960" y="128016"/>
            <a:ext cx="1828800" cy="310896"/>
          </a:xfrm>
          <a:prstGeom prst="roundRect">
            <a:avLst>
              <a:gd name="adj" fmla="val 50000"/>
            </a:avLst>
          </a:prstGeom>
          <a:solidFill>
            <a:srgbClr val="FFFFFF"/>
          </a:solidFill>
          <a:ln w="12700">
            <a:solidFill>
              <a:srgbClr val="888780"/>
            </a:solidFill>
            <a:prstDash val="solid"/>
          </a:ln>
        </p:spPr>
      </p:sp>
      <p:sp>
        <p:nvSpPr>
          <p:cNvPr id="5" name="Text 3"/>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444441"/>
                </a:solidFill>
                <a:latin typeface="Arial" pitchFamily="34" charset="0"/>
                <a:ea typeface="Arial" pitchFamily="34" charset="-122"/>
                <a:cs typeface="Arial" pitchFamily="34" charset="-120"/>
              </a:rPr>
              <a:t>PRO 스캐폴딩</a:t>
            </a:r>
            <a:endParaRPr lang="en-US" sz="950"/>
          </a:p>
        </p:txBody>
      </p:sp>
      <p:sp>
        <p:nvSpPr>
          <p:cNvPr id="6" name="Shape 4"/>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sp>
      <p:sp>
        <p:nvSpPr>
          <p:cNvPr id="7" name="Shape 5"/>
          <p:cNvSpPr/>
          <p:nvPr/>
        </p:nvSpPr>
        <p:spPr>
          <a:xfrm>
            <a:off x="457200" y="868680"/>
            <a:ext cx="5943600" cy="256032"/>
          </a:xfrm>
          <a:prstGeom prst="rect">
            <a:avLst/>
          </a:prstGeom>
          <a:solidFill>
            <a:srgbClr val="F0EEE7"/>
          </a:solidFill>
          <a:ln w="9525">
            <a:solidFill>
              <a:srgbClr val="B9B6AC"/>
            </a:solidFill>
            <a:prstDash val="solid"/>
          </a:ln>
        </p:spPr>
      </p:sp>
      <p:sp>
        <p:nvSpPr>
          <p:cNvPr id="8" name="Shape 6"/>
          <p:cNvSpPr/>
          <p:nvPr/>
        </p:nvSpPr>
        <p:spPr>
          <a:xfrm>
            <a:off x="585216" y="960120"/>
            <a:ext cx="73152" cy="73152"/>
          </a:xfrm>
          <a:prstGeom prst="ellipse">
            <a:avLst/>
          </a:prstGeom>
          <a:solidFill>
            <a:srgbClr val="C7C4B9"/>
          </a:solidFill>
          <a:ln/>
        </p:spPr>
      </p:sp>
      <p:sp>
        <p:nvSpPr>
          <p:cNvPr id="9" name="Shape 7"/>
          <p:cNvSpPr/>
          <p:nvPr/>
        </p:nvSpPr>
        <p:spPr>
          <a:xfrm>
            <a:off x="731520" y="960120"/>
            <a:ext cx="73152" cy="73152"/>
          </a:xfrm>
          <a:prstGeom prst="ellipse">
            <a:avLst/>
          </a:prstGeom>
          <a:solidFill>
            <a:srgbClr val="C7C4B9"/>
          </a:solidFill>
          <a:ln/>
        </p:spPr>
      </p:sp>
      <p:sp>
        <p:nvSpPr>
          <p:cNvPr id="10" name="Shape 8"/>
          <p:cNvSpPr/>
          <p:nvPr/>
        </p:nvSpPr>
        <p:spPr>
          <a:xfrm>
            <a:off x="877824" y="960120"/>
            <a:ext cx="73152" cy="73152"/>
          </a:xfrm>
          <a:prstGeom prst="ellipse">
            <a:avLst/>
          </a:prstGeom>
          <a:solidFill>
            <a:srgbClr val="C7C4B9"/>
          </a:solidFill>
          <a:ln/>
        </p:spPr>
      </p:sp>
      <p:sp>
        <p:nvSpPr>
          <p:cNvPr id="11" name="Text 9"/>
          <p:cNvSpPr/>
          <p:nvPr/>
        </p:nvSpPr>
        <p:spPr>
          <a:xfrm>
            <a:off x="621792" y="1234440"/>
            <a:ext cx="291949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텍스트 영역</a:t>
            </a:r>
            <a:endParaRPr lang="en-US" sz="750"/>
          </a:p>
        </p:txBody>
      </p:sp>
      <p:sp>
        <p:nvSpPr>
          <p:cNvPr id="12" name="Text 10"/>
          <p:cNvSpPr/>
          <p:nvPr/>
        </p:nvSpPr>
        <p:spPr>
          <a:xfrm>
            <a:off x="3687592" y="1234440"/>
            <a:ext cx="25486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Activity 영역</a:t>
            </a:r>
            <a:endParaRPr lang="en-US" sz="750"/>
          </a:p>
        </p:txBody>
      </p:sp>
      <p:sp>
        <p:nvSpPr>
          <p:cNvPr id="13" name="Shape 11"/>
          <p:cNvSpPr/>
          <p:nvPr/>
        </p:nvSpPr>
        <p:spPr>
          <a:xfrm>
            <a:off x="621792" y="1417320"/>
            <a:ext cx="2919496" cy="3767328"/>
          </a:xfrm>
          <a:prstGeom prst="roundRect">
            <a:avLst>
              <a:gd name="adj" fmla="val 1566"/>
            </a:avLst>
          </a:prstGeom>
          <a:solidFill>
            <a:srgbClr val="F1EFE8"/>
          </a:solidFill>
          <a:ln w="9525">
            <a:solidFill>
              <a:srgbClr val="D9D7CE"/>
            </a:solidFill>
            <a:prstDash val="solid"/>
          </a:ln>
        </p:spPr>
      </p:sp>
      <p:sp>
        <p:nvSpPr>
          <p:cNvPr id="14" name="Text 12"/>
          <p:cNvSpPr/>
          <p:nvPr/>
        </p:nvSpPr>
        <p:spPr>
          <a:xfrm>
            <a:off x="713232" y="1472184"/>
            <a:ext cx="2736616" cy="3657600"/>
          </a:xfrm>
          <a:prstGeom prst="rect">
            <a:avLst/>
          </a:prstGeom>
          <a:noFill/>
          <a:ln/>
        </p:spPr>
        <p:txBody>
          <a:bodyPr wrap="square" lIns="0" tIns="0" rIns="0" bIns="0" rtlCol="0" anchor="t"/>
          <a:lstStyle/>
          <a:p>
            <a:pPr>
              <a:lnSpc>
                <a:spcPct val="114999"/>
              </a:lnSpc>
            </a:pPr>
            <a:r>
              <a:rPr lang="en-US" sz="900" i="1" dirty="0">
                <a:solidFill>
                  <a:srgbClr val="6D6A63"/>
                </a:solidFill>
                <a:latin typeface="Arial"/>
                <a:ea typeface="Arial" pitchFamily="34" charset="-122"/>
                <a:cs typeface="Arial"/>
              </a:rPr>
              <a:t>Violent video games are still blamed for real violence, </a:t>
            </a:r>
            <a:r>
              <a:rPr lang="en-US" sz="900" i="1">
                <a:solidFill>
                  <a:srgbClr val="6D6A63"/>
                </a:solidFill>
                <a:latin typeface="Arial"/>
                <a:ea typeface="Arial" pitchFamily="34" charset="-122"/>
                <a:cs typeface="Arial"/>
              </a:rPr>
              <a:t>though that</a:t>
            </a:r>
            <a:r>
              <a:rPr lang="en-US" sz="900" i="1" dirty="0">
                <a:solidFill>
                  <a:srgbClr val="6D6A63"/>
                </a:solidFill>
                <a:latin typeface="Arial"/>
                <a:ea typeface="Arial" pitchFamily="34" charset="-122"/>
                <a:cs typeface="Arial"/>
              </a:rPr>
              <a:t> link has never been proven. Today, the real question is whether kids should be allowed to play them at all.</a:t>
            </a:r>
            <a:endParaRPr lang="en-US" sz="900" dirty="0">
              <a:latin typeface="Arial"/>
              <a:cs typeface="Arial"/>
            </a:endParaRPr>
          </a:p>
        </p:txBody>
      </p:sp>
      <p:sp>
        <p:nvSpPr>
          <p:cNvPr id="15" name="Text 13"/>
          <p:cNvSpPr/>
          <p:nvPr/>
        </p:nvSpPr>
        <p:spPr>
          <a:xfrm>
            <a:off x="3687592" y="1435608"/>
            <a:ext cx="2743200" cy="201168"/>
          </a:xfrm>
          <a:prstGeom prst="rect">
            <a:avLst/>
          </a:prstGeom>
          <a:noFill/>
          <a:ln/>
        </p:spPr>
        <p:txBody>
          <a:bodyPr wrap="square" lIns="0" tIns="0" rIns="0" bIns="0" rtlCol="0" anchor="ctr"/>
          <a:lstStyle/>
          <a:p>
            <a:pPr marL="0" indent="0">
              <a:buNone/>
            </a:pPr>
            <a:r>
              <a:rPr lang="en-US" sz="850" b="1">
                <a:solidFill>
                  <a:srgbClr val="6D6A63"/>
                </a:solidFill>
                <a:latin typeface="Arial" pitchFamily="34" charset="0"/>
                <a:ea typeface="Arial" pitchFamily="34" charset="-122"/>
                <a:cs typeface="Arial" pitchFamily="34" charset="-120"/>
              </a:rPr>
              <a:t>인터랙션 · 이미지 선택</a:t>
            </a:r>
            <a:endParaRPr lang="en-US" sz="850"/>
          </a:p>
        </p:txBody>
      </p:sp>
      <p:sp>
        <p:nvSpPr>
          <p:cNvPr id="16" name="Shape 14"/>
          <p:cNvSpPr/>
          <p:nvPr/>
        </p:nvSpPr>
        <p:spPr>
          <a:xfrm>
            <a:off x="3687592" y="1673352"/>
            <a:ext cx="1210300" cy="777240"/>
          </a:xfrm>
          <a:prstGeom prst="roundRect">
            <a:avLst>
              <a:gd name="adj" fmla="val 7059"/>
            </a:avLst>
          </a:prstGeom>
          <a:solidFill>
            <a:srgbClr val="E9E6DC"/>
          </a:solidFill>
          <a:ln w="12700">
            <a:solidFill>
              <a:srgbClr val="B9B6AC"/>
            </a:solidFill>
            <a:prstDash val="dash"/>
          </a:ln>
        </p:spPr>
      </p:sp>
      <p:sp>
        <p:nvSpPr>
          <p:cNvPr id="17" name="Text 15"/>
          <p:cNvSpPr/>
          <p:nvPr/>
        </p:nvSpPr>
        <p:spPr>
          <a:xfrm>
            <a:off x="3687592" y="1728216"/>
            <a:ext cx="1210300" cy="365760"/>
          </a:xfrm>
          <a:prstGeom prst="rect">
            <a:avLst/>
          </a:prstGeom>
          <a:noFill/>
          <a:ln/>
        </p:spPr>
        <p:txBody>
          <a:bodyPr wrap="square" lIns="0" tIns="0" rIns="0" bIns="0" rtlCol="0" anchor="ctr"/>
          <a:lstStyle/>
          <a:p>
            <a:pPr marL="0" indent="0" algn="ctr">
              <a:buNone/>
            </a:pPr>
            <a:r>
              <a:rPr lang="en-US" sz="1600">
                <a:solidFill>
                  <a:srgbClr val="000000"/>
                </a:solidFill>
                <a:latin typeface="Arial" pitchFamily="34" charset="0"/>
                <a:ea typeface="Arial" pitchFamily="34" charset="-122"/>
                <a:cs typeface="Arial" pitchFamily="34" charset="-120"/>
              </a:rPr>
              <a:t>🖼</a:t>
            </a:r>
            <a:endParaRPr lang="en-US" sz="1600"/>
          </a:p>
        </p:txBody>
      </p:sp>
      <p:sp>
        <p:nvSpPr>
          <p:cNvPr id="18" name="Text 16"/>
          <p:cNvSpPr/>
          <p:nvPr/>
        </p:nvSpPr>
        <p:spPr>
          <a:xfrm>
            <a:off x="3742456" y="2075688"/>
            <a:ext cx="1100572" cy="338328"/>
          </a:xfrm>
          <a:prstGeom prst="rect">
            <a:avLst/>
          </a:prstGeom>
          <a:noFill/>
          <a:ln/>
        </p:spPr>
        <p:txBody>
          <a:bodyPr wrap="square" lIns="0" tIns="0" rIns="0" bIns="0" rtlCol="0" anchor="ctr"/>
          <a:lstStyle/>
          <a:p>
            <a:pPr marL="0" indent="0" algn="ctr">
              <a:lnSpc>
                <a:spcPct val="100000"/>
              </a:lnSpc>
              <a:buNone/>
            </a:pPr>
            <a:r>
              <a:rPr lang="en-US" sz="760">
                <a:solidFill>
                  <a:srgbClr val="6D6A63"/>
                </a:solidFill>
                <a:latin typeface="Arial" pitchFamily="34" charset="0"/>
                <a:ea typeface="Arial" pitchFamily="34" charset="-122"/>
                <a:cs typeface="Arial" pitchFamily="34" charset="-120"/>
              </a:rPr>
              <a:t>이미지 a</a:t>
            </a:r>
            <a:endParaRPr lang="en-US" sz="760"/>
          </a:p>
          <a:p>
            <a:pPr marL="0" indent="0" algn="ctr">
              <a:lnSpc>
                <a:spcPct val="100000"/>
              </a:lnSpc>
              <a:buNone/>
            </a:pPr>
            <a:r>
              <a:rPr lang="en-US" sz="760">
                <a:solidFill>
                  <a:srgbClr val="6D6A63"/>
                </a:solidFill>
                <a:latin typeface="Arial" pitchFamily="34" charset="0"/>
                <a:ea typeface="Arial" pitchFamily="34" charset="-122"/>
                <a:cs typeface="Arial" pitchFamily="34" charset="-120"/>
              </a:rPr>
              <a:t>공격적인 분위기의</a:t>
            </a:r>
            <a:endParaRPr lang="en-US" sz="760"/>
          </a:p>
          <a:p>
            <a:pPr marL="0" indent="0" algn="ctr">
              <a:lnSpc>
                <a:spcPct val="100000"/>
              </a:lnSpc>
              <a:buNone/>
            </a:pPr>
            <a:r>
              <a:rPr lang="en-US" sz="760">
                <a:solidFill>
                  <a:srgbClr val="6D6A63"/>
                </a:solidFill>
                <a:latin typeface="Arial" pitchFamily="34" charset="0"/>
                <a:ea typeface="Arial" pitchFamily="34" charset="-122"/>
                <a:cs typeface="Arial" pitchFamily="34" charset="-120"/>
              </a:rPr>
              <a:t>게임 장면</a:t>
            </a:r>
            <a:endParaRPr lang="en-US" sz="760"/>
          </a:p>
        </p:txBody>
      </p:sp>
      <p:sp>
        <p:nvSpPr>
          <p:cNvPr id="19" name="Shape 17"/>
          <p:cNvSpPr/>
          <p:nvPr/>
        </p:nvSpPr>
        <p:spPr>
          <a:xfrm>
            <a:off x="5025908" y="1673352"/>
            <a:ext cx="1210300" cy="777240"/>
          </a:xfrm>
          <a:prstGeom prst="roundRect">
            <a:avLst>
              <a:gd name="adj" fmla="val 7059"/>
            </a:avLst>
          </a:prstGeom>
          <a:solidFill>
            <a:srgbClr val="E9E6DC"/>
          </a:solidFill>
          <a:ln w="12700">
            <a:solidFill>
              <a:srgbClr val="B9B6AC"/>
            </a:solidFill>
            <a:prstDash val="dash"/>
          </a:ln>
        </p:spPr>
      </p:sp>
      <p:sp>
        <p:nvSpPr>
          <p:cNvPr id="20" name="Text 18"/>
          <p:cNvSpPr/>
          <p:nvPr/>
        </p:nvSpPr>
        <p:spPr>
          <a:xfrm>
            <a:off x="5025908" y="1728216"/>
            <a:ext cx="1210300" cy="365760"/>
          </a:xfrm>
          <a:prstGeom prst="rect">
            <a:avLst/>
          </a:prstGeom>
          <a:noFill/>
          <a:ln/>
        </p:spPr>
        <p:txBody>
          <a:bodyPr wrap="square" lIns="0" tIns="0" rIns="0" bIns="0" rtlCol="0" anchor="ctr"/>
          <a:lstStyle/>
          <a:p>
            <a:pPr marL="0" indent="0" algn="ctr">
              <a:buNone/>
            </a:pPr>
            <a:r>
              <a:rPr lang="en-US" sz="1600">
                <a:solidFill>
                  <a:srgbClr val="000000"/>
                </a:solidFill>
                <a:latin typeface="Arial" pitchFamily="34" charset="0"/>
                <a:ea typeface="Arial" pitchFamily="34" charset="-122"/>
                <a:cs typeface="Arial" pitchFamily="34" charset="-120"/>
              </a:rPr>
              <a:t>🖼</a:t>
            </a:r>
            <a:endParaRPr lang="en-US" sz="1600"/>
          </a:p>
        </p:txBody>
      </p:sp>
      <p:sp>
        <p:nvSpPr>
          <p:cNvPr id="21" name="Text 19"/>
          <p:cNvSpPr/>
          <p:nvPr/>
        </p:nvSpPr>
        <p:spPr>
          <a:xfrm>
            <a:off x="5080772" y="2075688"/>
            <a:ext cx="1100572" cy="338328"/>
          </a:xfrm>
          <a:prstGeom prst="rect">
            <a:avLst/>
          </a:prstGeom>
          <a:noFill/>
          <a:ln/>
        </p:spPr>
        <p:txBody>
          <a:bodyPr wrap="square" lIns="0" tIns="0" rIns="0" bIns="0" rtlCol="0" anchor="ctr"/>
          <a:lstStyle/>
          <a:p>
            <a:pPr marL="0" indent="0" algn="ctr">
              <a:lnSpc>
                <a:spcPct val="100000"/>
              </a:lnSpc>
              <a:buNone/>
            </a:pPr>
            <a:r>
              <a:rPr lang="en-US" sz="760">
                <a:solidFill>
                  <a:srgbClr val="6D6A63"/>
                </a:solidFill>
                <a:latin typeface="Arial" pitchFamily="34" charset="0"/>
                <a:ea typeface="Arial" pitchFamily="34" charset="-122"/>
                <a:cs typeface="Arial" pitchFamily="34" charset="-120"/>
              </a:rPr>
              <a:t>이미지 b</a:t>
            </a:r>
            <a:endParaRPr lang="en-US" sz="760"/>
          </a:p>
          <a:p>
            <a:pPr marL="0" indent="0" algn="ctr">
              <a:lnSpc>
                <a:spcPct val="100000"/>
              </a:lnSpc>
              <a:buNone/>
            </a:pPr>
            <a:r>
              <a:rPr lang="en-US" sz="760">
                <a:solidFill>
                  <a:srgbClr val="6D6A63"/>
                </a:solidFill>
                <a:latin typeface="Arial" pitchFamily="34" charset="0"/>
                <a:ea typeface="Arial" pitchFamily="34" charset="-122"/>
                <a:cs typeface="Arial" pitchFamily="34" charset="-120"/>
              </a:rPr>
              <a:t>평온한 분위기의</a:t>
            </a:r>
            <a:endParaRPr lang="en-US" sz="760"/>
          </a:p>
          <a:p>
            <a:pPr marL="0" indent="0" algn="ctr">
              <a:lnSpc>
                <a:spcPct val="100000"/>
              </a:lnSpc>
              <a:buNone/>
            </a:pPr>
            <a:r>
              <a:rPr lang="en-US" sz="760">
                <a:solidFill>
                  <a:srgbClr val="6D6A63"/>
                </a:solidFill>
                <a:latin typeface="Arial" pitchFamily="34" charset="0"/>
                <a:ea typeface="Arial" pitchFamily="34" charset="-122"/>
                <a:cs typeface="Arial" pitchFamily="34" charset="-120"/>
              </a:rPr>
              <a:t>게임 장면</a:t>
            </a:r>
            <a:endParaRPr lang="en-US" sz="760"/>
          </a:p>
        </p:txBody>
      </p:sp>
      <p:sp>
        <p:nvSpPr>
          <p:cNvPr id="22" name="Text 20"/>
          <p:cNvSpPr/>
          <p:nvPr/>
        </p:nvSpPr>
        <p:spPr>
          <a:xfrm>
            <a:off x="621792" y="5312664"/>
            <a:ext cx="56144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튜터링 영역</a:t>
            </a:r>
            <a:endParaRPr lang="en-US" sz="750"/>
          </a:p>
        </p:txBody>
      </p:sp>
      <p:sp>
        <p:nvSpPr>
          <p:cNvPr id="23" name="Shape 21"/>
          <p:cNvSpPr/>
          <p:nvPr/>
        </p:nvSpPr>
        <p:spPr>
          <a:xfrm>
            <a:off x="621792" y="5495544"/>
            <a:ext cx="5614416" cy="566928"/>
          </a:xfrm>
          <a:prstGeom prst="roundRect">
            <a:avLst>
              <a:gd name="adj" fmla="val 19355"/>
            </a:avLst>
          </a:prstGeom>
          <a:solidFill>
            <a:srgbClr val="E6F1FB"/>
          </a:solidFill>
          <a:ln w="9525">
            <a:solidFill>
              <a:srgbClr val="185FA5"/>
            </a:solidFill>
            <a:prstDash val="solid"/>
          </a:ln>
        </p:spPr>
      </p:sp>
      <p:sp>
        <p:nvSpPr>
          <p:cNvPr id="24" name="Text 22"/>
          <p:cNvSpPr/>
          <p:nvPr/>
        </p:nvSpPr>
        <p:spPr>
          <a:xfrm>
            <a:off x="749808" y="5495544"/>
            <a:ext cx="5358384" cy="566928"/>
          </a:xfrm>
          <a:prstGeom prst="rect">
            <a:avLst/>
          </a:prstGeom>
          <a:noFill/>
          <a:ln/>
        </p:spPr>
        <p:txBody>
          <a:bodyPr wrap="square" lIns="0" tIns="0" rIns="0" bIns="0" rtlCol="0" anchor="ctr"/>
          <a:lstStyle/>
          <a:p>
            <a:pPr>
              <a:lnSpc>
                <a:spcPct val="105000"/>
              </a:lnSpc>
            </a:pPr>
            <a:r>
              <a:rPr lang="en-US" sz="900" b="1">
                <a:solidFill>
                  <a:srgbClr val="185FA5"/>
                </a:solidFill>
                <a:latin typeface="Arial"/>
                <a:ea typeface="Arial" pitchFamily="34" charset="-122"/>
                <a:cs typeface="Arial"/>
              </a:rPr>
              <a:t>🎙 </a:t>
            </a:r>
            <a:r>
              <a:rPr lang="en-US" sz="900" b="1" err="1">
                <a:solidFill>
                  <a:srgbClr val="185FA5"/>
                </a:solidFill>
                <a:latin typeface="Arial"/>
                <a:ea typeface="Arial" pitchFamily="34" charset="-122"/>
                <a:cs typeface="Arial"/>
              </a:rPr>
              <a:t>튜터</a:t>
            </a:r>
            <a:r>
              <a:rPr lang="en-US" sz="900" b="1">
                <a:solidFill>
                  <a:srgbClr val="185FA5"/>
                </a:solidFill>
                <a:latin typeface="Arial"/>
                <a:ea typeface="Arial" pitchFamily="34" charset="-122"/>
                <a:cs typeface="Arial"/>
              </a:rPr>
              <a:t> </a:t>
            </a:r>
            <a:r>
              <a:rPr lang="ko-KR" altLang="en-US" sz="900">
                <a:solidFill>
                  <a:srgbClr val="185FA5"/>
                </a:solidFill>
                <a:latin typeface="Arial"/>
                <a:ea typeface="Arial" pitchFamily="34" charset="-122"/>
                <a:cs typeface="Arial"/>
              </a:rPr>
              <a:t>그럼</a:t>
            </a:r>
            <a:r>
              <a:rPr lang="en-US" altLang="ko-KR" sz="900">
                <a:solidFill>
                  <a:srgbClr val="185FA5"/>
                </a:solidFill>
                <a:latin typeface="Arial"/>
                <a:ea typeface="Arial" pitchFamily="34" charset="-122"/>
                <a:cs typeface="Arial"/>
              </a:rPr>
              <a:t> </a:t>
            </a:r>
            <a:r>
              <a:rPr lang="ko-KR" altLang="en-US" sz="1000">
                <a:solidFill>
                  <a:srgbClr val="0C447C"/>
                </a:solidFill>
                <a:latin typeface="Arial"/>
                <a:ea typeface="Arial" pitchFamily="34" charset="-122"/>
                <a:cs typeface="Arial"/>
              </a:rPr>
              <a:t>사진을</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보고</a:t>
            </a:r>
            <a:r>
              <a:rPr lang="en-US" sz="1000">
                <a:solidFill>
                  <a:srgbClr val="0C447C"/>
                </a:solidFill>
                <a:latin typeface="Arial"/>
                <a:ea typeface="Arial" pitchFamily="34" charset="-122"/>
                <a:cs typeface="Arial"/>
              </a:rPr>
              <a:t> </a:t>
            </a:r>
            <a:r>
              <a:rPr lang="ko-KR" altLang="en-US" sz="1000">
                <a:solidFill>
                  <a:srgbClr val="0C447C"/>
                </a:solidFill>
                <a:latin typeface="Arial"/>
                <a:ea typeface="Arial" pitchFamily="34" charset="-122"/>
                <a:cs typeface="Arial"/>
              </a:rPr>
              <a:t>어떤 게임인지</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고를</a:t>
            </a:r>
            <a:r>
              <a:rPr lang="en-US" sz="1000">
                <a:solidFill>
                  <a:srgbClr val="0C447C"/>
                </a:solidFill>
                <a:latin typeface="Arial"/>
                <a:ea typeface="Arial" pitchFamily="34" charset="-122"/>
                <a:cs typeface="Arial"/>
              </a:rPr>
              <a:t> 수 </a:t>
            </a:r>
            <a:r>
              <a:rPr lang="en-US" sz="1000" err="1">
                <a:solidFill>
                  <a:srgbClr val="0C447C"/>
                </a:solidFill>
                <a:latin typeface="Arial"/>
                <a:ea typeface="Arial" pitchFamily="34" charset="-122"/>
                <a:cs typeface="Arial"/>
              </a:rPr>
              <a:t>있겠어</a:t>
            </a:r>
            <a:r>
              <a:rPr lang="en-US" sz="1000">
                <a:solidFill>
                  <a:srgbClr val="0C447C"/>
                </a:solidFill>
                <a:latin typeface="Arial"/>
                <a:ea typeface="Arial" pitchFamily="34" charset="-122"/>
                <a:cs typeface="Arial"/>
              </a:rPr>
              <a:t>?</a:t>
            </a:r>
            <a:endParaRPr lang="en-US" sz="900">
              <a:latin typeface="Arial"/>
              <a:cs typeface="Arial"/>
            </a:endParaRPr>
          </a:p>
        </p:txBody>
      </p:sp>
      <p:sp>
        <p:nvSpPr>
          <p:cNvPr id="25" name="Text 23"/>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26" name="Text 24"/>
          <p:cNvSpPr/>
          <p:nvPr/>
        </p:nvSpPr>
        <p:spPr>
          <a:xfrm>
            <a:off x="6720840" y="1088136"/>
            <a:ext cx="5029200" cy="365760"/>
          </a:xfrm>
          <a:prstGeom prst="rect">
            <a:avLst/>
          </a:prstGeom>
          <a:noFill/>
          <a:ln/>
        </p:spPr>
        <p:txBody>
          <a:bodyPr wrap="square" lIns="0" tIns="0" rIns="0" bIns="0" rtlCol="0" anchor="ctr"/>
          <a:lstStyle/>
          <a:p>
            <a:pPr marL="0" indent="0">
              <a:lnSpc>
                <a:spcPct val="110000"/>
              </a:lnSpc>
              <a:buNone/>
            </a:pPr>
            <a:r>
              <a:rPr lang="en-US" sz="1200" b="1">
                <a:solidFill>
                  <a:srgbClr val="26221C"/>
                </a:solidFill>
                <a:latin typeface="Arial" pitchFamily="34" charset="0"/>
                <a:ea typeface="Arial" pitchFamily="34" charset="-122"/>
                <a:cs typeface="Arial" pitchFamily="34" charset="-120"/>
              </a:rPr>
              <a:t>말로 못 꺼낸 대답을 이미지 선택으로 좁혀준다 (스캐폴딩).</a:t>
            </a:r>
            <a:endParaRPr lang="en-US" sz="1200"/>
          </a:p>
        </p:txBody>
      </p:sp>
      <p:sp>
        <p:nvSpPr>
          <p:cNvPr id="29" name="Text 27"/>
          <p:cNvSpPr/>
          <p:nvPr/>
        </p:nvSpPr>
        <p:spPr>
          <a:xfrm>
            <a:off x="6720840" y="2249424"/>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30" name="Shape 28"/>
          <p:cNvSpPr/>
          <p:nvPr/>
        </p:nvSpPr>
        <p:spPr>
          <a:xfrm>
            <a:off x="6720840" y="2468880"/>
            <a:ext cx="2926080" cy="329184"/>
          </a:xfrm>
          <a:prstGeom prst="roundRect">
            <a:avLst>
              <a:gd name="adj" fmla="val 50000"/>
            </a:avLst>
          </a:prstGeom>
          <a:solidFill>
            <a:srgbClr val="E6F1FB"/>
          </a:solidFill>
          <a:ln w="12700">
            <a:solidFill>
              <a:srgbClr val="185FA5"/>
            </a:solidFill>
            <a:prstDash val="solid"/>
          </a:ln>
        </p:spPr>
      </p:sp>
      <p:sp>
        <p:nvSpPr>
          <p:cNvPr id="31" name="Text 29"/>
          <p:cNvSpPr/>
          <p:nvPr/>
        </p:nvSpPr>
        <p:spPr>
          <a:xfrm>
            <a:off x="6720840" y="2468880"/>
            <a:ext cx="2926080" cy="329184"/>
          </a:xfrm>
          <a:prstGeom prst="rect">
            <a:avLst/>
          </a:prstGeom>
          <a:noFill/>
          <a:ln/>
        </p:spPr>
        <p:txBody>
          <a:bodyPr wrap="square" lIns="0" tIns="0" rIns="0" bIns="0" rtlCol="0" anchor="ctr"/>
          <a:lstStyle/>
          <a:p>
            <a:pPr marL="0" indent="0" algn="ctr">
              <a:buNone/>
            </a:pPr>
            <a:r>
              <a:rPr lang="en-US" sz="1000" b="1">
                <a:solidFill>
                  <a:srgbClr val="0C447C"/>
                </a:solidFill>
                <a:latin typeface="Arial" pitchFamily="34" charset="0"/>
                <a:ea typeface="Arial" pitchFamily="34" charset="-122"/>
                <a:cs typeface="Arial" pitchFamily="34" charset="-120"/>
              </a:rPr>
              <a:t>선택형 UI · 이미지 에셋</a:t>
            </a:r>
            <a:endParaRPr lang="en-US" sz="1000"/>
          </a:p>
        </p:txBody>
      </p:sp>
      <p:pic>
        <p:nvPicPr>
          <p:cNvPr id="32" name="Picture 31">
            <a:extLst>
              <a:ext uri="{FF2B5EF4-FFF2-40B4-BE49-F238E27FC236}">
                <a16:creationId xmlns:a16="http://schemas.microsoft.com/office/drawing/2014/main" id="{77102853-E8D2-4585-B965-F1838E0625AD}"/>
              </a:ext>
            </a:extLst>
          </p:cNvPr>
          <p:cNvPicPr>
            <a:picLocks noChangeAspect="1"/>
          </p:cNvPicPr>
          <p:nvPr/>
        </p:nvPicPr>
        <p:blipFill>
          <a:blip r:embed="rId3"/>
          <a:srcRect l="2752" t="21180" r="54470" b="20628"/>
          <a:stretch>
            <a:fillRect/>
          </a:stretch>
        </p:blipFill>
        <p:spPr>
          <a:xfrm>
            <a:off x="6772729" y="3941750"/>
            <a:ext cx="1860502" cy="1726572"/>
          </a:xfrm>
          <a:prstGeom prst="rect">
            <a:avLst/>
          </a:prstGeom>
        </p:spPr>
      </p:pic>
      <p:pic>
        <p:nvPicPr>
          <p:cNvPr id="33" name="Picture 32">
            <a:extLst>
              <a:ext uri="{FF2B5EF4-FFF2-40B4-BE49-F238E27FC236}">
                <a16:creationId xmlns:a16="http://schemas.microsoft.com/office/drawing/2014/main" id="{BA9ED568-3F2D-85CF-D2BB-A161EF943679}"/>
              </a:ext>
            </a:extLst>
          </p:cNvPr>
          <p:cNvPicPr>
            <a:picLocks noChangeAspect="1"/>
          </p:cNvPicPr>
          <p:nvPr/>
        </p:nvPicPr>
        <p:blipFill>
          <a:blip r:embed="rId3"/>
          <a:srcRect l="51313" t="21469" r="7904" b="20115"/>
          <a:stretch>
            <a:fillRect/>
          </a:stretch>
        </p:blipFill>
        <p:spPr>
          <a:xfrm>
            <a:off x="8718445" y="3947023"/>
            <a:ext cx="1785946" cy="1720177"/>
          </a:xfrm>
          <a:prstGeom prst="rect">
            <a:avLst/>
          </a:prstGeom>
        </p:spPr>
      </p:pic>
      <p:sp>
        <p:nvSpPr>
          <p:cNvPr id="35" name="TextBox 34">
            <a:extLst>
              <a:ext uri="{FF2B5EF4-FFF2-40B4-BE49-F238E27FC236}">
                <a16:creationId xmlns:a16="http://schemas.microsoft.com/office/drawing/2014/main" id="{6C65D20D-68D7-98BE-C891-45F4ADFC8458}"/>
              </a:ext>
            </a:extLst>
          </p:cNvPr>
          <p:cNvSpPr txBox="1"/>
          <p:nvPr/>
        </p:nvSpPr>
        <p:spPr>
          <a:xfrm>
            <a:off x="6658708" y="3431429"/>
            <a:ext cx="4784645" cy="230832"/>
          </a:xfrm>
          <a:prstGeom prst="rect">
            <a:avLst/>
          </a:prstGeom>
          <a:noFill/>
        </p:spPr>
        <p:txBody>
          <a:bodyPr wrap="square" lIns="91440" tIns="45720" rIns="91440" bIns="45720" rtlCol="0" anchor="t">
            <a:spAutoFit/>
          </a:bodyPr>
          <a:lstStyle/>
          <a:p>
            <a:r>
              <a:rPr lang="ko-KR" altLang="en-US" sz="900" b="1">
                <a:ea typeface="맑은 고딕"/>
                <a:cs typeface="Calibri" panose="020F0502020204030204"/>
              </a:rPr>
              <a:t>이미지 예시 </a:t>
            </a:r>
            <a:endParaRPr lang="ko-KR" sz="900" b="1">
              <a:ea typeface="맑은 고딕"/>
              <a:cs typeface="Calibri" panose="020F0502020204030204"/>
            </a:endParaRPr>
          </a:p>
        </p:txBody>
      </p:sp>
      <p:sp>
        <p:nvSpPr>
          <p:cNvPr id="36" name="TextBox 35">
            <a:extLst>
              <a:ext uri="{FF2B5EF4-FFF2-40B4-BE49-F238E27FC236}">
                <a16:creationId xmlns:a16="http://schemas.microsoft.com/office/drawing/2014/main" id="{28267A82-AD60-BB20-A0BB-EB1E8B058D84}"/>
              </a:ext>
            </a:extLst>
          </p:cNvPr>
          <p:cNvSpPr txBox="1"/>
          <p:nvPr/>
        </p:nvSpPr>
        <p:spPr>
          <a:xfrm>
            <a:off x="6720114" y="3683000"/>
            <a:ext cx="1095829"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900" b="1" err="1">
                <a:solidFill>
                  <a:srgbClr val="000000"/>
                </a:solidFill>
                <a:ea typeface="Calibri"/>
              </a:rPr>
              <a:t>이미지</a:t>
            </a:r>
            <a:r>
              <a:rPr lang="en-US" altLang="ko-KR" sz="900" b="1">
                <a:solidFill>
                  <a:srgbClr val="000000"/>
                </a:solidFill>
                <a:ea typeface="Calibri"/>
              </a:rPr>
              <a:t> a</a:t>
            </a:r>
            <a:endParaRPr lang="en-US" altLang="ko-KR" sz="900" b="1">
              <a:ea typeface="Calibri"/>
              <a:cs typeface="Calibri"/>
            </a:endParaRPr>
          </a:p>
          <a:p>
            <a:pPr algn="ctr"/>
            <a:endParaRPr lang="en-US"/>
          </a:p>
        </p:txBody>
      </p:sp>
      <p:sp>
        <p:nvSpPr>
          <p:cNvPr id="37" name="TextBox 36">
            <a:extLst>
              <a:ext uri="{FF2B5EF4-FFF2-40B4-BE49-F238E27FC236}">
                <a16:creationId xmlns:a16="http://schemas.microsoft.com/office/drawing/2014/main" id="{17BE8E2E-F68E-EB10-AB8E-197F27640152}"/>
              </a:ext>
            </a:extLst>
          </p:cNvPr>
          <p:cNvSpPr txBox="1"/>
          <p:nvPr/>
        </p:nvSpPr>
        <p:spPr>
          <a:xfrm>
            <a:off x="8715828" y="3690256"/>
            <a:ext cx="1095829"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900" b="1" err="1">
                <a:solidFill>
                  <a:srgbClr val="000000"/>
                </a:solidFill>
                <a:ea typeface="Calibri"/>
              </a:rPr>
              <a:t>이미지</a:t>
            </a:r>
            <a:r>
              <a:rPr lang="en-US" altLang="ko-KR" sz="900" b="1">
                <a:solidFill>
                  <a:srgbClr val="000000"/>
                </a:solidFill>
                <a:ea typeface="Calibri"/>
              </a:rPr>
              <a:t> b</a:t>
            </a:r>
            <a:endParaRPr lang="en-US" altLang="ko-KR" sz="900" b="1">
              <a:ea typeface="Calibri"/>
              <a:cs typeface="Calibri"/>
            </a:endParaRPr>
          </a:p>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E6F1FB"/>
          </a:solidFill>
          <a:ln/>
        </p:spPr>
      </p:sp>
      <p:sp>
        <p:nvSpPr>
          <p:cNvPr id="3" name="Text 1"/>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0C447C"/>
                </a:solidFill>
                <a:latin typeface="Arial" pitchFamily="34" charset="0"/>
                <a:ea typeface="Arial" pitchFamily="34" charset="-122"/>
                <a:cs typeface="Arial" pitchFamily="34" charset="-120"/>
              </a:rPr>
              <a:t>1차시  ·  3단계 · 이어질 내용 추측하기</a:t>
            </a:r>
            <a:endParaRPr lang="en-US" sz="1600"/>
          </a:p>
        </p:txBody>
      </p:sp>
      <p:sp>
        <p:nvSpPr>
          <p:cNvPr id="4" name="Shape 2"/>
          <p:cNvSpPr/>
          <p:nvPr/>
        </p:nvSpPr>
        <p:spPr>
          <a:xfrm>
            <a:off x="9966960" y="128016"/>
            <a:ext cx="1828800" cy="310896"/>
          </a:xfrm>
          <a:prstGeom prst="roundRect">
            <a:avLst>
              <a:gd name="adj" fmla="val 50000"/>
            </a:avLst>
          </a:prstGeom>
          <a:solidFill>
            <a:srgbClr val="FFFFFF"/>
          </a:solidFill>
          <a:ln w="12700">
            <a:solidFill>
              <a:srgbClr val="185FA5"/>
            </a:solidFill>
            <a:prstDash val="solid"/>
          </a:ln>
        </p:spPr>
      </p:sp>
      <p:sp>
        <p:nvSpPr>
          <p:cNvPr id="5" name="Text 3"/>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0C447C"/>
                </a:solidFill>
                <a:latin typeface="Arial" pitchFamily="34" charset="0"/>
                <a:ea typeface="Arial" pitchFamily="34" charset="-122"/>
                <a:cs typeface="Arial" pitchFamily="34" charset="-120"/>
              </a:rPr>
              <a:t>본론 1</a:t>
            </a:r>
            <a:endParaRPr lang="en-US" sz="950"/>
          </a:p>
        </p:txBody>
      </p:sp>
      <p:sp>
        <p:nvSpPr>
          <p:cNvPr id="6" name="Shape 4"/>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sp>
      <p:sp>
        <p:nvSpPr>
          <p:cNvPr id="7" name="Shape 5"/>
          <p:cNvSpPr/>
          <p:nvPr/>
        </p:nvSpPr>
        <p:spPr>
          <a:xfrm>
            <a:off x="457200" y="868680"/>
            <a:ext cx="5943600" cy="256032"/>
          </a:xfrm>
          <a:prstGeom prst="rect">
            <a:avLst/>
          </a:prstGeom>
          <a:solidFill>
            <a:srgbClr val="F0EEE7"/>
          </a:solidFill>
          <a:ln w="9525">
            <a:solidFill>
              <a:srgbClr val="B9B6AC"/>
            </a:solidFill>
            <a:prstDash val="solid"/>
          </a:ln>
        </p:spPr>
      </p:sp>
      <p:sp>
        <p:nvSpPr>
          <p:cNvPr id="8" name="Shape 6"/>
          <p:cNvSpPr/>
          <p:nvPr/>
        </p:nvSpPr>
        <p:spPr>
          <a:xfrm>
            <a:off x="585216" y="960120"/>
            <a:ext cx="73152" cy="73152"/>
          </a:xfrm>
          <a:prstGeom prst="ellipse">
            <a:avLst/>
          </a:prstGeom>
          <a:solidFill>
            <a:srgbClr val="C7C4B9"/>
          </a:solidFill>
          <a:ln/>
        </p:spPr>
      </p:sp>
      <p:sp>
        <p:nvSpPr>
          <p:cNvPr id="9" name="Shape 7"/>
          <p:cNvSpPr/>
          <p:nvPr/>
        </p:nvSpPr>
        <p:spPr>
          <a:xfrm>
            <a:off x="731520" y="960120"/>
            <a:ext cx="73152" cy="73152"/>
          </a:xfrm>
          <a:prstGeom prst="ellipse">
            <a:avLst/>
          </a:prstGeom>
          <a:solidFill>
            <a:srgbClr val="C7C4B9"/>
          </a:solidFill>
          <a:ln/>
        </p:spPr>
      </p:sp>
      <p:sp>
        <p:nvSpPr>
          <p:cNvPr id="10" name="Shape 8"/>
          <p:cNvSpPr/>
          <p:nvPr/>
        </p:nvSpPr>
        <p:spPr>
          <a:xfrm>
            <a:off x="877824" y="960120"/>
            <a:ext cx="73152" cy="73152"/>
          </a:xfrm>
          <a:prstGeom prst="ellipse">
            <a:avLst/>
          </a:prstGeom>
          <a:solidFill>
            <a:srgbClr val="C7C4B9"/>
          </a:solidFill>
          <a:ln/>
        </p:spPr>
      </p:sp>
      <p:sp>
        <p:nvSpPr>
          <p:cNvPr id="11" name="Text 9"/>
          <p:cNvSpPr/>
          <p:nvPr/>
        </p:nvSpPr>
        <p:spPr>
          <a:xfrm>
            <a:off x="621792" y="1234440"/>
            <a:ext cx="291949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텍스트 영역</a:t>
            </a:r>
            <a:endParaRPr lang="en-US" sz="750"/>
          </a:p>
        </p:txBody>
      </p:sp>
      <p:sp>
        <p:nvSpPr>
          <p:cNvPr id="12" name="Text 10"/>
          <p:cNvSpPr/>
          <p:nvPr/>
        </p:nvSpPr>
        <p:spPr>
          <a:xfrm>
            <a:off x="3687592" y="1234440"/>
            <a:ext cx="25486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Activity 영역</a:t>
            </a:r>
            <a:endParaRPr lang="en-US" sz="750"/>
          </a:p>
        </p:txBody>
      </p:sp>
      <p:sp>
        <p:nvSpPr>
          <p:cNvPr id="13" name="Shape 11"/>
          <p:cNvSpPr/>
          <p:nvPr/>
        </p:nvSpPr>
        <p:spPr>
          <a:xfrm>
            <a:off x="621792" y="1417320"/>
            <a:ext cx="2919496" cy="3767328"/>
          </a:xfrm>
          <a:prstGeom prst="roundRect">
            <a:avLst>
              <a:gd name="adj" fmla="val 1566"/>
            </a:avLst>
          </a:prstGeom>
          <a:solidFill>
            <a:srgbClr val="F1EFE8"/>
          </a:solidFill>
          <a:ln w="9525">
            <a:solidFill>
              <a:srgbClr val="D9D7CE"/>
            </a:solidFill>
            <a:prstDash val="solid"/>
          </a:ln>
        </p:spPr>
      </p:sp>
      <p:sp>
        <p:nvSpPr>
          <p:cNvPr id="14" name="Text 12"/>
          <p:cNvSpPr/>
          <p:nvPr/>
        </p:nvSpPr>
        <p:spPr>
          <a:xfrm>
            <a:off x="713232" y="1472184"/>
            <a:ext cx="2736616" cy="3657600"/>
          </a:xfrm>
          <a:prstGeom prst="rect">
            <a:avLst/>
          </a:prstGeom>
          <a:noFill/>
          <a:ln/>
        </p:spPr>
        <p:txBody>
          <a:bodyPr wrap="square" lIns="0" tIns="0" rIns="0" bIns="0" rtlCol="0" anchor="t"/>
          <a:lstStyle/>
          <a:p>
            <a:pPr>
              <a:lnSpc>
                <a:spcPct val="114999"/>
              </a:lnSpc>
            </a:pPr>
            <a:r>
              <a:rPr lang="en-US" sz="900" i="1">
                <a:solidFill>
                  <a:srgbClr val="6D6A63"/>
                </a:solidFill>
                <a:latin typeface="Arial"/>
                <a:cs typeface="Arial"/>
              </a:rPr>
              <a:t>Violent video games are still blamed for real violence, </a:t>
            </a:r>
            <a:r>
              <a:rPr lang="en-US" sz="900" i="1" err="1">
                <a:solidFill>
                  <a:srgbClr val="6D6A63"/>
                </a:solidFill>
                <a:latin typeface="Arial"/>
                <a:cs typeface="Arial"/>
              </a:rPr>
              <a:t>thoughthat</a:t>
            </a:r>
            <a:r>
              <a:rPr lang="en-US" sz="900" i="1">
                <a:solidFill>
                  <a:srgbClr val="6D6A63"/>
                </a:solidFill>
                <a:latin typeface="Arial"/>
                <a:cs typeface="Arial"/>
              </a:rPr>
              <a:t> link has never been proven. Today, the real question is whether kids should be allowed to play them at all.</a:t>
            </a:r>
          </a:p>
          <a:p>
            <a:pPr>
              <a:lnSpc>
                <a:spcPct val="114999"/>
              </a:lnSpc>
            </a:pPr>
            <a:endParaRPr lang="en-US" sz="900" i="1">
              <a:solidFill>
                <a:srgbClr val="6D6A63"/>
              </a:solidFill>
              <a:latin typeface="Arial"/>
              <a:cs typeface="Arial"/>
            </a:endParaRPr>
          </a:p>
          <a:p>
            <a:pPr>
              <a:lnSpc>
                <a:spcPct val="114999"/>
              </a:lnSpc>
            </a:pPr>
            <a:r>
              <a:rPr lang="en-US" sz="900" b="1" i="1">
                <a:solidFill>
                  <a:srgbClr val="6D6A63"/>
                </a:solidFill>
                <a:latin typeface="Arial"/>
                <a:cs typeface="Arial"/>
              </a:rPr>
              <a:t>[                                     ?                                    ]</a:t>
            </a:r>
          </a:p>
        </p:txBody>
      </p:sp>
      <p:sp>
        <p:nvSpPr>
          <p:cNvPr id="15" name="Text 13"/>
          <p:cNvSpPr/>
          <p:nvPr/>
        </p:nvSpPr>
        <p:spPr>
          <a:xfrm>
            <a:off x="3687592" y="1435608"/>
            <a:ext cx="2743200" cy="201168"/>
          </a:xfrm>
          <a:prstGeom prst="rect">
            <a:avLst/>
          </a:prstGeom>
          <a:noFill/>
          <a:ln/>
        </p:spPr>
        <p:txBody>
          <a:bodyPr wrap="square" lIns="0" tIns="0" rIns="0" bIns="0" rtlCol="0" anchor="ctr"/>
          <a:lstStyle/>
          <a:p>
            <a:pPr marL="0" indent="0">
              <a:buNone/>
            </a:pPr>
            <a:r>
              <a:rPr lang="en-US" sz="850" b="1">
                <a:solidFill>
                  <a:srgbClr val="6D6A63"/>
                </a:solidFill>
                <a:latin typeface="Arial" pitchFamily="34" charset="0"/>
                <a:ea typeface="Arial" pitchFamily="34" charset="-122"/>
                <a:cs typeface="Arial" pitchFamily="34" charset="-120"/>
              </a:rPr>
              <a:t>인터랙션 · 말하기</a:t>
            </a:r>
            <a:endParaRPr lang="en-US" sz="850"/>
          </a:p>
        </p:txBody>
      </p:sp>
      <p:sp>
        <p:nvSpPr>
          <p:cNvPr id="16" name="Shape 14"/>
          <p:cNvSpPr/>
          <p:nvPr/>
        </p:nvSpPr>
        <p:spPr>
          <a:xfrm>
            <a:off x="4632716" y="1691640"/>
            <a:ext cx="658368" cy="658368"/>
          </a:xfrm>
          <a:prstGeom prst="ellipse">
            <a:avLst/>
          </a:prstGeom>
          <a:solidFill>
            <a:srgbClr val="FAECE7"/>
          </a:solidFill>
          <a:ln w="12700">
            <a:solidFill>
              <a:srgbClr val="993C1D"/>
            </a:solidFill>
            <a:prstDash val="solid"/>
          </a:ln>
        </p:spPr>
      </p:sp>
      <p:sp>
        <p:nvSpPr>
          <p:cNvPr id="17" name="Text 15"/>
          <p:cNvSpPr/>
          <p:nvPr/>
        </p:nvSpPr>
        <p:spPr>
          <a:xfrm>
            <a:off x="4632716" y="1691640"/>
            <a:ext cx="658368" cy="658368"/>
          </a:xfrm>
          <a:prstGeom prst="rect">
            <a:avLst/>
          </a:prstGeom>
          <a:noFill/>
          <a:ln/>
        </p:spPr>
        <p:txBody>
          <a:bodyPr wrap="square" lIns="0" tIns="0" rIns="0" bIns="0" rtlCol="0" anchor="ctr"/>
          <a:lstStyle/>
          <a:p>
            <a:pPr marL="0" indent="0" algn="ctr">
              <a:buNone/>
            </a:pPr>
            <a:r>
              <a:rPr lang="en-US" sz="2000">
                <a:solidFill>
                  <a:srgbClr val="000000"/>
                </a:solidFill>
                <a:latin typeface="Arial" pitchFamily="34" charset="0"/>
                <a:ea typeface="Arial" pitchFamily="34" charset="-122"/>
                <a:cs typeface="Arial" pitchFamily="34" charset="-120"/>
              </a:rPr>
              <a:t>🎙</a:t>
            </a:r>
            <a:endParaRPr lang="en-US" sz="2000"/>
          </a:p>
        </p:txBody>
      </p:sp>
      <p:sp>
        <p:nvSpPr>
          <p:cNvPr id="18" name="Text 16"/>
          <p:cNvSpPr/>
          <p:nvPr/>
        </p:nvSpPr>
        <p:spPr>
          <a:xfrm>
            <a:off x="3687592" y="2404872"/>
            <a:ext cx="2548616" cy="201168"/>
          </a:xfrm>
          <a:prstGeom prst="rect">
            <a:avLst/>
          </a:prstGeom>
          <a:noFill/>
          <a:ln/>
        </p:spPr>
        <p:txBody>
          <a:bodyPr wrap="square" lIns="0" tIns="0" rIns="0" bIns="0" rtlCol="0" anchor="ctr"/>
          <a:lstStyle/>
          <a:p>
            <a:pPr marL="0" indent="0" algn="ctr">
              <a:buNone/>
            </a:pPr>
            <a:r>
              <a:rPr lang="en-US" sz="850">
                <a:solidFill>
                  <a:srgbClr val="6D6A63"/>
                </a:solidFill>
                <a:latin typeface="Arial" pitchFamily="34" charset="0"/>
                <a:ea typeface="Arial" pitchFamily="34" charset="-122"/>
                <a:cs typeface="Arial" pitchFamily="34" charset="-120"/>
              </a:rPr>
              <a:t>학생이 음성으로 답변</a:t>
            </a:r>
            <a:endParaRPr lang="en-US" sz="850"/>
          </a:p>
        </p:txBody>
      </p:sp>
      <p:sp>
        <p:nvSpPr>
          <p:cNvPr id="19" name="Text 17"/>
          <p:cNvSpPr/>
          <p:nvPr/>
        </p:nvSpPr>
        <p:spPr>
          <a:xfrm>
            <a:off x="621792" y="5312664"/>
            <a:ext cx="56144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튜터링 영역</a:t>
            </a:r>
            <a:endParaRPr lang="en-US" sz="750"/>
          </a:p>
        </p:txBody>
      </p:sp>
      <p:sp>
        <p:nvSpPr>
          <p:cNvPr id="20" name="Shape 18"/>
          <p:cNvSpPr/>
          <p:nvPr/>
        </p:nvSpPr>
        <p:spPr>
          <a:xfrm>
            <a:off x="621792" y="5495544"/>
            <a:ext cx="5614416" cy="566928"/>
          </a:xfrm>
          <a:prstGeom prst="roundRect">
            <a:avLst>
              <a:gd name="adj" fmla="val 19355"/>
            </a:avLst>
          </a:prstGeom>
          <a:solidFill>
            <a:srgbClr val="E6F1FB"/>
          </a:solidFill>
          <a:ln w="9525">
            <a:solidFill>
              <a:srgbClr val="185FA5"/>
            </a:solidFill>
            <a:prstDash val="solid"/>
          </a:ln>
        </p:spPr>
      </p:sp>
      <p:sp>
        <p:nvSpPr>
          <p:cNvPr id="21" name="Text 19"/>
          <p:cNvSpPr/>
          <p:nvPr/>
        </p:nvSpPr>
        <p:spPr>
          <a:xfrm>
            <a:off x="749808" y="5495544"/>
            <a:ext cx="5358384" cy="566928"/>
          </a:xfrm>
          <a:prstGeom prst="rect">
            <a:avLst/>
          </a:prstGeom>
          <a:noFill/>
          <a:ln/>
        </p:spPr>
        <p:txBody>
          <a:bodyPr wrap="square" lIns="0" tIns="0" rIns="0" bIns="0" rtlCol="0" anchor="ctr"/>
          <a:lstStyle/>
          <a:p>
            <a:pPr marL="0" indent="0">
              <a:lnSpc>
                <a:spcPct val="105000"/>
              </a:lnSpc>
              <a:buNone/>
            </a:pPr>
            <a:r>
              <a:rPr lang="en-US" sz="900" b="1">
                <a:solidFill>
                  <a:srgbClr val="185FA5"/>
                </a:solidFill>
                <a:latin typeface="Arial" pitchFamily="34" charset="0"/>
                <a:ea typeface="Arial" pitchFamily="34" charset="-122"/>
                <a:cs typeface="Arial" pitchFamily="34" charset="-120"/>
              </a:rPr>
              <a:t>🎙 튜터  </a:t>
            </a:r>
            <a:r>
              <a:rPr lang="en-US" sz="1000">
                <a:solidFill>
                  <a:srgbClr val="0C447C"/>
                </a:solidFill>
                <a:latin typeface="Arial" pitchFamily="34" charset="0"/>
                <a:ea typeface="Arial" pitchFamily="34" charset="-122"/>
                <a:cs typeface="Arial" pitchFamily="34" charset="-120"/>
              </a:rPr>
              <a:t>그래. 그럼 다음에 어떤 내용이 올 것 같아?</a:t>
            </a:r>
            <a:endParaRPr lang="en-US" sz="900"/>
          </a:p>
        </p:txBody>
      </p:sp>
      <p:sp>
        <p:nvSpPr>
          <p:cNvPr id="22" name="Text 20"/>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23" name="Text 21"/>
          <p:cNvSpPr/>
          <p:nvPr/>
        </p:nvSpPr>
        <p:spPr>
          <a:xfrm>
            <a:off x="6720840" y="1088136"/>
            <a:ext cx="5029200" cy="365760"/>
          </a:xfrm>
          <a:prstGeom prst="rect">
            <a:avLst/>
          </a:prstGeom>
          <a:noFill/>
          <a:ln/>
        </p:spPr>
        <p:txBody>
          <a:bodyPr wrap="square" lIns="0" tIns="0" rIns="0" bIns="0" rtlCol="0" anchor="ctr"/>
          <a:lstStyle/>
          <a:p>
            <a:pPr>
              <a:lnSpc>
                <a:spcPct val="110000"/>
              </a:lnSpc>
            </a:pPr>
            <a:r>
              <a:rPr lang="en-US" sz="1200" b="1" err="1">
                <a:solidFill>
                  <a:srgbClr val="26221C"/>
                </a:solidFill>
                <a:latin typeface="Arial"/>
                <a:ea typeface="Arial" pitchFamily="34" charset="-122"/>
                <a:cs typeface="Arial"/>
              </a:rPr>
              <a:t>도입부</a:t>
            </a:r>
            <a:r>
              <a:rPr lang="en-US" sz="1200" b="1">
                <a:solidFill>
                  <a:srgbClr val="26221C"/>
                </a:solidFill>
                <a:latin typeface="Arial"/>
                <a:ea typeface="Arial" pitchFamily="34" charset="-122"/>
                <a:cs typeface="Arial"/>
              </a:rPr>
              <a:t> </a:t>
            </a:r>
            <a:r>
              <a:rPr lang="en-US" sz="1200" b="1" err="1">
                <a:solidFill>
                  <a:srgbClr val="26221C"/>
                </a:solidFill>
                <a:latin typeface="Arial"/>
                <a:ea typeface="Arial" pitchFamily="34" charset="-122"/>
                <a:cs typeface="Arial"/>
              </a:rPr>
              <a:t>주제문을</a:t>
            </a:r>
            <a:r>
              <a:rPr lang="en-US" sz="1200" b="1">
                <a:solidFill>
                  <a:srgbClr val="26221C"/>
                </a:solidFill>
                <a:latin typeface="Arial"/>
                <a:ea typeface="Arial" pitchFamily="34" charset="-122"/>
                <a:cs typeface="Arial"/>
              </a:rPr>
              <a:t> </a:t>
            </a:r>
            <a:r>
              <a:rPr lang="en-US" sz="1200" b="1" err="1">
                <a:solidFill>
                  <a:srgbClr val="26221C"/>
                </a:solidFill>
                <a:latin typeface="Arial"/>
                <a:ea typeface="Arial" pitchFamily="34" charset="-122"/>
                <a:cs typeface="Arial"/>
              </a:rPr>
              <a:t>보고</a:t>
            </a:r>
            <a:r>
              <a:rPr lang="en-US" sz="1200" b="1">
                <a:solidFill>
                  <a:srgbClr val="26221C"/>
                </a:solidFill>
                <a:latin typeface="Arial"/>
                <a:ea typeface="Arial" pitchFamily="34" charset="-122"/>
                <a:cs typeface="Arial"/>
              </a:rPr>
              <a:t> </a:t>
            </a:r>
            <a:r>
              <a:rPr lang="ko-KR" altLang="en-US" sz="1200" b="1">
                <a:solidFill>
                  <a:srgbClr val="26221C"/>
                </a:solidFill>
                <a:latin typeface="Arial"/>
                <a:ea typeface="Arial" pitchFamily="34" charset="-122"/>
                <a:cs typeface="Arial"/>
              </a:rPr>
              <a:t>뒤에</a:t>
            </a:r>
            <a:r>
              <a:rPr lang="en-US" sz="1200" b="1">
                <a:solidFill>
                  <a:srgbClr val="26221C"/>
                </a:solidFill>
                <a:latin typeface="Arial"/>
                <a:ea typeface="Arial" pitchFamily="34" charset="-122"/>
                <a:cs typeface="Arial"/>
              </a:rPr>
              <a:t> 올 </a:t>
            </a:r>
            <a:r>
              <a:rPr lang="en-US" sz="1200" b="1" err="1">
                <a:solidFill>
                  <a:srgbClr val="26221C"/>
                </a:solidFill>
                <a:latin typeface="Arial"/>
                <a:ea typeface="Arial" pitchFamily="34" charset="-122"/>
                <a:cs typeface="Arial"/>
              </a:rPr>
              <a:t>본론</a:t>
            </a:r>
            <a:r>
              <a:rPr lang="en-US" sz="1200" b="1">
                <a:solidFill>
                  <a:srgbClr val="26221C"/>
                </a:solidFill>
                <a:latin typeface="Arial"/>
                <a:ea typeface="Arial" pitchFamily="34" charset="-122"/>
                <a:cs typeface="Arial"/>
              </a:rPr>
              <a:t> </a:t>
            </a:r>
            <a:r>
              <a:rPr lang="en-US" sz="1200" b="1" err="1">
                <a:solidFill>
                  <a:srgbClr val="26221C"/>
                </a:solidFill>
                <a:latin typeface="Arial"/>
                <a:ea typeface="Arial" pitchFamily="34" charset="-122"/>
                <a:cs typeface="Arial"/>
              </a:rPr>
              <a:t>내용을</a:t>
            </a:r>
            <a:r>
              <a:rPr lang="en-US" sz="1200" b="1">
                <a:solidFill>
                  <a:srgbClr val="26221C"/>
                </a:solidFill>
                <a:latin typeface="Arial"/>
                <a:ea typeface="Arial" pitchFamily="34" charset="-122"/>
                <a:cs typeface="Arial"/>
              </a:rPr>
              <a:t> </a:t>
            </a:r>
            <a:r>
              <a:rPr lang="en-US" sz="1200" b="1" err="1">
                <a:solidFill>
                  <a:srgbClr val="26221C"/>
                </a:solidFill>
                <a:latin typeface="Arial"/>
                <a:ea typeface="Arial" pitchFamily="34" charset="-122"/>
                <a:cs typeface="Arial"/>
              </a:rPr>
              <a:t>미리</a:t>
            </a:r>
            <a:r>
              <a:rPr lang="en-US" sz="1200" b="1">
                <a:solidFill>
                  <a:srgbClr val="26221C"/>
                </a:solidFill>
                <a:latin typeface="Arial"/>
                <a:ea typeface="Arial" pitchFamily="34" charset="-122"/>
                <a:cs typeface="Arial"/>
              </a:rPr>
              <a:t> </a:t>
            </a:r>
            <a:r>
              <a:rPr lang="en-US" sz="1200" b="1" err="1">
                <a:solidFill>
                  <a:srgbClr val="26221C"/>
                </a:solidFill>
                <a:latin typeface="Arial"/>
                <a:ea typeface="Arial" pitchFamily="34" charset="-122"/>
                <a:cs typeface="Arial"/>
              </a:rPr>
              <a:t>추측하게</a:t>
            </a:r>
            <a:r>
              <a:rPr lang="en-US" sz="1200" b="1">
                <a:solidFill>
                  <a:srgbClr val="26221C"/>
                </a:solidFill>
                <a:latin typeface="Arial"/>
                <a:ea typeface="Arial" pitchFamily="34" charset="-122"/>
                <a:cs typeface="Arial"/>
              </a:rPr>
              <a:t> </a:t>
            </a:r>
            <a:r>
              <a:rPr lang="en-US" sz="1200" b="1" err="1">
                <a:solidFill>
                  <a:srgbClr val="26221C"/>
                </a:solidFill>
                <a:latin typeface="Arial"/>
                <a:ea typeface="Arial" pitchFamily="34" charset="-122"/>
                <a:cs typeface="Arial"/>
              </a:rPr>
              <a:t>한다</a:t>
            </a:r>
            <a:r>
              <a:rPr lang="en-US" sz="1200" b="1">
                <a:solidFill>
                  <a:srgbClr val="26221C"/>
                </a:solidFill>
                <a:latin typeface="Arial"/>
                <a:ea typeface="Arial" pitchFamily="34" charset="-122"/>
                <a:cs typeface="Arial"/>
              </a:rPr>
              <a:t>.</a:t>
            </a:r>
            <a:endParaRPr lang="en-US" sz="1200">
              <a:latin typeface="Arial"/>
              <a:cs typeface="Arial"/>
            </a:endParaRPr>
          </a:p>
        </p:txBody>
      </p:sp>
      <p:sp>
        <p:nvSpPr>
          <p:cNvPr id="24" name="Shape 22"/>
          <p:cNvSpPr/>
          <p:nvPr/>
        </p:nvSpPr>
        <p:spPr>
          <a:xfrm>
            <a:off x="6720840" y="1591056"/>
            <a:ext cx="5029200" cy="822960"/>
          </a:xfrm>
          <a:prstGeom prst="roundRect">
            <a:avLst>
              <a:gd name="adj" fmla="val 6667"/>
            </a:avLst>
          </a:prstGeom>
          <a:solidFill>
            <a:srgbClr val="EAF3DE"/>
          </a:solidFill>
          <a:ln w="9525">
            <a:solidFill>
              <a:srgbClr val="3B6D11"/>
            </a:solidFill>
            <a:prstDash val="solid"/>
          </a:ln>
        </p:spPr>
      </p:sp>
      <p:sp>
        <p:nvSpPr>
          <p:cNvPr id="25" name="Text 23"/>
          <p:cNvSpPr/>
          <p:nvPr/>
        </p:nvSpPr>
        <p:spPr>
          <a:xfrm>
            <a:off x="6848856" y="1645920"/>
            <a:ext cx="4773168" cy="713232"/>
          </a:xfrm>
          <a:prstGeom prst="rect">
            <a:avLst/>
          </a:prstGeom>
          <a:noFill/>
          <a:ln/>
        </p:spPr>
        <p:txBody>
          <a:bodyPr wrap="square" lIns="0" tIns="0" rIns="0" bIns="0" rtlCol="0" anchor="t"/>
          <a:lstStyle/>
          <a:p>
            <a:pPr>
              <a:lnSpc>
                <a:spcPct val="115000"/>
              </a:lnSpc>
            </a:pPr>
            <a:r>
              <a:rPr lang="en-US" sz="1000" b="1" err="1">
                <a:solidFill>
                  <a:srgbClr val="27500A"/>
                </a:solidFill>
                <a:latin typeface="Arial"/>
                <a:ea typeface="Arial" pitchFamily="34" charset="-122"/>
                <a:cs typeface="Arial"/>
              </a:rPr>
              <a:t>정답</a:t>
            </a:r>
            <a:r>
              <a:rPr lang="en-US" sz="1000" b="1">
                <a:solidFill>
                  <a:srgbClr val="27500A"/>
                </a:solidFill>
                <a:latin typeface="Arial"/>
                <a:ea typeface="Arial" pitchFamily="34" charset="-122"/>
                <a:cs typeface="Arial"/>
              </a:rPr>
              <a:t>(CA1) 시  </a:t>
            </a:r>
            <a:r>
              <a:rPr lang="en-US" sz="1000">
                <a:solidFill>
                  <a:srgbClr val="27500A"/>
                </a:solidFill>
                <a:latin typeface="Arial"/>
                <a:ea typeface="Arial" pitchFamily="34" charset="-122"/>
                <a:cs typeface="Arial"/>
              </a:rPr>
              <a:t>“</a:t>
            </a:r>
            <a:r>
              <a:rPr lang="en-US" sz="1000" err="1">
                <a:solidFill>
                  <a:srgbClr val="27500A"/>
                </a:solidFill>
                <a:latin typeface="Arial"/>
                <a:ea typeface="Arial" pitchFamily="34" charset="-122"/>
                <a:cs typeface="Arial"/>
              </a:rPr>
              <a:t>비디오</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게임을</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허락해줘야</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할지</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의견을</a:t>
            </a:r>
            <a:r>
              <a:rPr lang="en-US" sz="1000">
                <a:solidFill>
                  <a:srgbClr val="27500A"/>
                </a:solidFill>
                <a:latin typeface="Arial"/>
                <a:ea typeface="Arial" pitchFamily="34" charset="-122"/>
                <a:cs typeface="Arial"/>
              </a:rPr>
              <a:t> </a:t>
            </a:r>
            <a:r>
              <a:rPr lang="ko-KR" altLang="en-US" sz="1000">
                <a:solidFill>
                  <a:srgbClr val="27500A"/>
                </a:solidFill>
                <a:latin typeface="Arial"/>
                <a:ea typeface="Arial" pitchFamily="34" charset="-122"/>
                <a:cs typeface="Arial"/>
              </a:rPr>
              <a:t>말할</a:t>
            </a:r>
            <a:r>
              <a:rPr lang="en-US" sz="1000">
                <a:solidFill>
                  <a:srgbClr val="27500A"/>
                </a:solidFill>
                <a:latin typeface="Arial"/>
                <a:ea typeface="Arial" pitchFamily="34" charset="-122"/>
                <a:cs typeface="Arial"/>
              </a:rPr>
              <a:t> </a:t>
            </a:r>
            <a:r>
              <a:rPr lang="ko-KR" altLang="en-US" sz="1000">
                <a:solidFill>
                  <a:srgbClr val="27500A"/>
                </a:solidFill>
                <a:latin typeface="Arial"/>
                <a:ea typeface="Arial" pitchFamily="34" charset="-122"/>
                <a:cs typeface="Arial"/>
              </a:rPr>
              <a:t>거</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같아</a:t>
            </a:r>
            <a:r>
              <a:rPr lang="en-US" sz="1000">
                <a:solidFill>
                  <a:srgbClr val="27500A"/>
                </a:solidFill>
                <a:latin typeface="Arial"/>
                <a:ea typeface="Arial" pitchFamily="34" charset="-122"/>
                <a:cs typeface="Arial"/>
              </a:rPr>
              <a:t>” → </a:t>
            </a:r>
            <a:r>
              <a:rPr lang="en-US" sz="1000" err="1">
                <a:solidFill>
                  <a:srgbClr val="27500A"/>
                </a:solidFill>
                <a:latin typeface="Arial"/>
                <a:ea typeface="Arial" pitchFamily="34" charset="-122"/>
                <a:cs typeface="Arial"/>
              </a:rPr>
              <a:t>짧은</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반응</a:t>
            </a:r>
            <a:r>
              <a:rPr lang="en-US" sz="1000">
                <a:solidFill>
                  <a:srgbClr val="27500A"/>
                </a:solidFill>
                <a:latin typeface="Arial"/>
                <a:ea typeface="Arial" pitchFamily="34" charset="-122"/>
                <a:cs typeface="Arial"/>
              </a:rPr>
              <a:t> 후 </a:t>
            </a:r>
            <a:r>
              <a:rPr lang="en-US" sz="1000" err="1">
                <a:solidFill>
                  <a:srgbClr val="27500A"/>
                </a:solidFill>
                <a:latin typeface="Arial"/>
                <a:ea typeface="Arial" pitchFamily="34" charset="-122"/>
                <a:cs typeface="Arial"/>
              </a:rPr>
              <a:t>진행</a:t>
            </a:r>
            <a:r>
              <a:rPr lang="en-US" sz="1000">
                <a:solidFill>
                  <a:srgbClr val="27500A"/>
                </a:solidFill>
                <a:latin typeface="Arial"/>
                <a:ea typeface="Arial" pitchFamily="34" charset="-122"/>
                <a:cs typeface="Arial"/>
              </a:rPr>
              <a:t>.</a:t>
            </a:r>
            <a:endParaRPr lang="en-US" sz="1000">
              <a:latin typeface="Arial"/>
              <a:cs typeface="Arial"/>
            </a:endParaRPr>
          </a:p>
        </p:txBody>
      </p:sp>
      <p:sp>
        <p:nvSpPr>
          <p:cNvPr id="26" name="Shape 24"/>
          <p:cNvSpPr/>
          <p:nvPr/>
        </p:nvSpPr>
        <p:spPr>
          <a:xfrm>
            <a:off x="6720840" y="2523744"/>
            <a:ext cx="5029200" cy="822960"/>
          </a:xfrm>
          <a:prstGeom prst="roundRect">
            <a:avLst>
              <a:gd name="adj" fmla="val 6667"/>
            </a:avLst>
          </a:prstGeom>
          <a:solidFill>
            <a:srgbClr val="FAECE7"/>
          </a:solidFill>
          <a:ln w="9525">
            <a:solidFill>
              <a:srgbClr val="993C1D"/>
            </a:solidFill>
            <a:prstDash val="solid"/>
          </a:ln>
        </p:spPr>
      </p:sp>
      <p:sp>
        <p:nvSpPr>
          <p:cNvPr id="27" name="Text 25"/>
          <p:cNvSpPr/>
          <p:nvPr/>
        </p:nvSpPr>
        <p:spPr>
          <a:xfrm>
            <a:off x="6848856" y="2578608"/>
            <a:ext cx="4773168" cy="713232"/>
          </a:xfrm>
          <a:prstGeom prst="rect">
            <a:avLst/>
          </a:prstGeom>
          <a:noFill/>
          <a:ln/>
        </p:spPr>
        <p:txBody>
          <a:bodyPr wrap="square" lIns="0" tIns="0" rIns="0" bIns="0" rtlCol="0" anchor="t"/>
          <a:lstStyle/>
          <a:p>
            <a:pPr marL="0" indent="0">
              <a:lnSpc>
                <a:spcPct val="115000"/>
              </a:lnSpc>
              <a:buNone/>
            </a:pPr>
            <a:r>
              <a:rPr lang="en-US" sz="1000" b="1" err="1">
                <a:solidFill>
                  <a:srgbClr val="712B13"/>
                </a:solidFill>
                <a:latin typeface="Arial"/>
                <a:ea typeface="Arial" pitchFamily="34" charset="-122"/>
                <a:cs typeface="Arial"/>
              </a:rPr>
              <a:t>오답</a:t>
            </a:r>
            <a:r>
              <a:rPr lang="en-US" sz="1000" b="1">
                <a:solidFill>
                  <a:srgbClr val="712B13"/>
                </a:solidFill>
                <a:latin typeface="Arial"/>
                <a:ea typeface="Arial" pitchFamily="34" charset="-122"/>
                <a:cs typeface="Arial"/>
              </a:rPr>
              <a:t>/</a:t>
            </a:r>
            <a:r>
              <a:rPr lang="en-US" sz="1000" b="1" err="1">
                <a:solidFill>
                  <a:srgbClr val="712B13"/>
                </a:solidFill>
                <a:latin typeface="Arial"/>
                <a:ea typeface="Arial" pitchFamily="34" charset="-122"/>
                <a:cs typeface="Arial"/>
              </a:rPr>
              <a:t>망설임</a:t>
            </a:r>
            <a:r>
              <a:rPr lang="en-US" sz="1000" b="1">
                <a:solidFill>
                  <a:srgbClr val="712B13"/>
                </a:solidFill>
                <a:latin typeface="Arial"/>
                <a:ea typeface="Arial" pitchFamily="34" charset="-122"/>
                <a:cs typeface="Arial"/>
              </a:rPr>
              <a:t>(CA2) 시  </a:t>
            </a:r>
            <a:r>
              <a:rPr lang="en-US" sz="1000" err="1">
                <a:solidFill>
                  <a:srgbClr val="712B13"/>
                </a:solidFill>
                <a:latin typeface="Arial"/>
                <a:ea typeface="Arial" pitchFamily="34" charset="-122"/>
                <a:cs typeface="Arial"/>
              </a:rPr>
              <a:t>재질문</a:t>
            </a:r>
            <a:r>
              <a:rPr lang="en-US" sz="1000">
                <a:solidFill>
                  <a:srgbClr val="712B13"/>
                </a:solidFill>
                <a:latin typeface="Arial"/>
                <a:ea typeface="Arial" pitchFamily="34" charset="-122"/>
                <a:cs typeface="Arial"/>
              </a:rPr>
              <a:t> (</a:t>
            </a:r>
            <a:r>
              <a:rPr lang="ko-KR" altLang="en-US" sz="1000">
                <a:solidFill>
                  <a:srgbClr val="712B13"/>
                </a:solidFill>
                <a:latin typeface="Arial"/>
                <a:ea typeface="Arial" pitchFamily="34" charset="-122"/>
                <a:cs typeface="Arial"/>
              </a:rPr>
              <a:t>스캐폴딩</a:t>
            </a:r>
            <a:r>
              <a:rPr lang="en-US" altLang="ko-KR" sz="1000">
                <a:solidFill>
                  <a:srgbClr val="712B13"/>
                </a:solidFill>
                <a:latin typeface="Arial"/>
                <a:ea typeface="Arial" pitchFamily="34" charset="-122"/>
                <a:cs typeface="Arial"/>
              </a:rPr>
              <a:t>)</a:t>
            </a:r>
            <a:r>
              <a:rPr lang="en-US" sz="1000">
                <a:solidFill>
                  <a:srgbClr val="712B13"/>
                </a:solidFill>
                <a:latin typeface="Arial"/>
                <a:ea typeface="Arial" pitchFamily="34" charset="-122"/>
                <a:cs typeface="Arial"/>
              </a:rPr>
              <a:t> → </a:t>
            </a:r>
            <a:r>
              <a:rPr lang="en-US" sz="1000" err="1">
                <a:solidFill>
                  <a:srgbClr val="712B13"/>
                </a:solidFill>
                <a:latin typeface="Arial"/>
                <a:ea typeface="Arial" pitchFamily="34" charset="-122"/>
                <a:cs typeface="Arial"/>
              </a:rPr>
              <a:t>그래도</a:t>
            </a:r>
            <a:r>
              <a:rPr lang="en-US" sz="1000">
                <a:solidFill>
                  <a:srgbClr val="712B13"/>
                </a:solidFill>
                <a:latin typeface="Arial"/>
                <a:ea typeface="Arial" pitchFamily="34" charset="-122"/>
                <a:cs typeface="Arial"/>
              </a:rPr>
              <a:t> 못 </a:t>
            </a:r>
            <a:r>
              <a:rPr lang="en-US" sz="1000" err="1">
                <a:solidFill>
                  <a:srgbClr val="712B13"/>
                </a:solidFill>
                <a:latin typeface="Arial"/>
                <a:ea typeface="Arial" pitchFamily="34" charset="-122"/>
                <a:cs typeface="Arial"/>
              </a:rPr>
              <a:t>맞추면</a:t>
            </a:r>
            <a:r>
              <a:rPr lang="en-US" sz="1000">
                <a:solidFill>
                  <a:srgbClr val="712B13"/>
                </a:solidFill>
                <a:latin typeface="Arial"/>
                <a:ea typeface="Arial" pitchFamily="34" charset="-122"/>
                <a:cs typeface="Arial"/>
              </a:rPr>
              <a:t> 3초 </a:t>
            </a:r>
            <a:r>
              <a:rPr lang="en-US" sz="1000" err="1">
                <a:solidFill>
                  <a:srgbClr val="712B13"/>
                </a:solidFill>
                <a:latin typeface="Arial"/>
                <a:ea typeface="Arial" pitchFamily="34" charset="-122"/>
                <a:cs typeface="Arial"/>
              </a:rPr>
              <a:t>포즈</a:t>
            </a:r>
            <a:r>
              <a:rPr lang="en-US" sz="1000">
                <a:solidFill>
                  <a:srgbClr val="712B13"/>
                </a:solidFill>
                <a:latin typeface="Arial"/>
                <a:ea typeface="Arial" pitchFamily="34" charset="-122"/>
                <a:cs typeface="Arial"/>
              </a:rPr>
              <a:t> 후 </a:t>
            </a:r>
            <a:r>
              <a:rPr lang="en-US" sz="1000" err="1">
                <a:solidFill>
                  <a:srgbClr val="712B13"/>
                </a:solidFill>
                <a:latin typeface="Arial"/>
                <a:ea typeface="Arial" pitchFamily="34" charset="-122"/>
                <a:cs typeface="Arial"/>
              </a:rPr>
              <a:t>자동</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진행</a:t>
            </a:r>
            <a:r>
              <a:rPr lang="en-US" sz="1000">
                <a:solidFill>
                  <a:srgbClr val="712B13"/>
                </a:solidFill>
                <a:latin typeface="Arial"/>
                <a:ea typeface="Arial" pitchFamily="34" charset="-122"/>
                <a:cs typeface="Arial"/>
              </a:rPr>
              <a:t>.</a:t>
            </a:r>
            <a:endParaRPr lang="en-US" sz="1000">
              <a:latin typeface="Arial"/>
              <a:cs typeface="Arial"/>
            </a:endParaRPr>
          </a:p>
        </p:txBody>
      </p:sp>
      <p:sp>
        <p:nvSpPr>
          <p:cNvPr id="28" name="Text 26"/>
          <p:cNvSpPr/>
          <p:nvPr/>
        </p:nvSpPr>
        <p:spPr>
          <a:xfrm>
            <a:off x="6720840" y="3456432"/>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29" name="Shape 27"/>
          <p:cNvSpPr/>
          <p:nvPr/>
        </p:nvSpPr>
        <p:spPr>
          <a:xfrm>
            <a:off x="6720840" y="3675888"/>
            <a:ext cx="2926080" cy="329184"/>
          </a:xfrm>
          <a:prstGeom prst="roundRect">
            <a:avLst>
              <a:gd name="adj" fmla="val 50000"/>
            </a:avLst>
          </a:prstGeom>
          <a:solidFill>
            <a:srgbClr val="E6F1FB"/>
          </a:solidFill>
          <a:ln w="12700">
            <a:solidFill>
              <a:srgbClr val="185FA5"/>
            </a:solidFill>
            <a:prstDash val="solid"/>
          </a:ln>
        </p:spPr>
      </p:sp>
      <p:sp>
        <p:nvSpPr>
          <p:cNvPr id="30" name="Text 28"/>
          <p:cNvSpPr/>
          <p:nvPr/>
        </p:nvSpPr>
        <p:spPr>
          <a:xfrm>
            <a:off x="6720840" y="3675888"/>
            <a:ext cx="2926080" cy="329184"/>
          </a:xfrm>
          <a:prstGeom prst="rect">
            <a:avLst/>
          </a:prstGeom>
          <a:noFill/>
          <a:ln/>
        </p:spPr>
        <p:txBody>
          <a:bodyPr wrap="square" lIns="0" tIns="0" rIns="0" bIns="0" rtlCol="0" anchor="ctr"/>
          <a:lstStyle/>
          <a:p>
            <a:pPr marL="0" indent="0" algn="ctr">
              <a:buNone/>
            </a:pPr>
            <a:r>
              <a:rPr lang="en-US" sz="1000" b="1">
                <a:solidFill>
                  <a:srgbClr val="0C447C"/>
                </a:solidFill>
                <a:latin typeface="Arial" pitchFamily="34" charset="0"/>
                <a:ea typeface="Arial" pitchFamily="34" charset="-122"/>
                <a:cs typeface="Arial" pitchFamily="34" charset="-120"/>
              </a:rPr>
              <a:t>마이크 기능</a:t>
            </a:r>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E6F1FB"/>
          </a:solidFill>
          <a:ln/>
        </p:spPr>
      </p:sp>
      <p:sp>
        <p:nvSpPr>
          <p:cNvPr id="3" name="Text 1"/>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0C447C"/>
                </a:solidFill>
                <a:latin typeface="Arial" pitchFamily="34" charset="0"/>
                <a:ea typeface="Arial" pitchFamily="34" charset="-122"/>
                <a:cs typeface="Arial" pitchFamily="34" charset="-120"/>
              </a:rPr>
              <a:t>1차시  ·  4단계 · 추측 확인하기</a:t>
            </a:r>
            <a:endParaRPr lang="en-US" sz="1600"/>
          </a:p>
        </p:txBody>
      </p:sp>
      <p:sp>
        <p:nvSpPr>
          <p:cNvPr id="4" name="Shape 2"/>
          <p:cNvSpPr/>
          <p:nvPr/>
        </p:nvSpPr>
        <p:spPr>
          <a:xfrm>
            <a:off x="9966960" y="128016"/>
            <a:ext cx="1828800" cy="310896"/>
          </a:xfrm>
          <a:prstGeom prst="roundRect">
            <a:avLst>
              <a:gd name="adj" fmla="val 50000"/>
            </a:avLst>
          </a:prstGeom>
          <a:solidFill>
            <a:srgbClr val="FFFFFF"/>
          </a:solidFill>
          <a:ln w="12700">
            <a:solidFill>
              <a:srgbClr val="185FA5"/>
            </a:solidFill>
            <a:prstDash val="solid"/>
          </a:ln>
        </p:spPr>
      </p:sp>
      <p:sp>
        <p:nvSpPr>
          <p:cNvPr id="5" name="Text 3"/>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0C447C"/>
                </a:solidFill>
                <a:latin typeface="Arial" pitchFamily="34" charset="0"/>
                <a:ea typeface="Arial" pitchFamily="34" charset="-122"/>
                <a:cs typeface="Arial" pitchFamily="34" charset="-120"/>
              </a:rPr>
              <a:t>본론 1</a:t>
            </a:r>
            <a:endParaRPr lang="en-US" sz="950"/>
          </a:p>
        </p:txBody>
      </p:sp>
      <p:sp>
        <p:nvSpPr>
          <p:cNvPr id="6" name="Shape 4"/>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sp>
      <p:sp>
        <p:nvSpPr>
          <p:cNvPr id="7" name="Shape 5"/>
          <p:cNvSpPr/>
          <p:nvPr/>
        </p:nvSpPr>
        <p:spPr>
          <a:xfrm>
            <a:off x="457200" y="868680"/>
            <a:ext cx="5943600" cy="256032"/>
          </a:xfrm>
          <a:prstGeom prst="rect">
            <a:avLst/>
          </a:prstGeom>
          <a:solidFill>
            <a:srgbClr val="F0EEE7"/>
          </a:solidFill>
          <a:ln w="9525">
            <a:solidFill>
              <a:srgbClr val="B9B6AC"/>
            </a:solidFill>
            <a:prstDash val="solid"/>
          </a:ln>
        </p:spPr>
      </p:sp>
      <p:sp>
        <p:nvSpPr>
          <p:cNvPr id="8" name="Shape 6"/>
          <p:cNvSpPr/>
          <p:nvPr/>
        </p:nvSpPr>
        <p:spPr>
          <a:xfrm>
            <a:off x="585216" y="960120"/>
            <a:ext cx="73152" cy="73152"/>
          </a:xfrm>
          <a:prstGeom prst="ellipse">
            <a:avLst/>
          </a:prstGeom>
          <a:solidFill>
            <a:srgbClr val="C7C4B9"/>
          </a:solidFill>
          <a:ln/>
        </p:spPr>
      </p:sp>
      <p:sp>
        <p:nvSpPr>
          <p:cNvPr id="9" name="Shape 7"/>
          <p:cNvSpPr/>
          <p:nvPr/>
        </p:nvSpPr>
        <p:spPr>
          <a:xfrm>
            <a:off x="731520" y="960120"/>
            <a:ext cx="73152" cy="73152"/>
          </a:xfrm>
          <a:prstGeom prst="ellipse">
            <a:avLst/>
          </a:prstGeom>
          <a:solidFill>
            <a:srgbClr val="C7C4B9"/>
          </a:solidFill>
          <a:ln/>
        </p:spPr>
      </p:sp>
      <p:sp>
        <p:nvSpPr>
          <p:cNvPr id="10" name="Shape 8"/>
          <p:cNvSpPr/>
          <p:nvPr/>
        </p:nvSpPr>
        <p:spPr>
          <a:xfrm>
            <a:off x="877824" y="960120"/>
            <a:ext cx="73152" cy="73152"/>
          </a:xfrm>
          <a:prstGeom prst="ellipse">
            <a:avLst/>
          </a:prstGeom>
          <a:solidFill>
            <a:srgbClr val="C7C4B9"/>
          </a:solidFill>
          <a:ln/>
        </p:spPr>
      </p:sp>
      <p:sp>
        <p:nvSpPr>
          <p:cNvPr id="11" name="Text 9"/>
          <p:cNvSpPr/>
          <p:nvPr/>
        </p:nvSpPr>
        <p:spPr>
          <a:xfrm>
            <a:off x="621792" y="1234440"/>
            <a:ext cx="291949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텍스트 영역</a:t>
            </a:r>
            <a:endParaRPr lang="en-US" sz="750"/>
          </a:p>
        </p:txBody>
      </p:sp>
      <p:sp>
        <p:nvSpPr>
          <p:cNvPr id="12" name="Text 10"/>
          <p:cNvSpPr/>
          <p:nvPr/>
        </p:nvSpPr>
        <p:spPr>
          <a:xfrm>
            <a:off x="3687592" y="1234440"/>
            <a:ext cx="25486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Activity 영역</a:t>
            </a:r>
            <a:endParaRPr lang="en-US" sz="750"/>
          </a:p>
        </p:txBody>
      </p:sp>
      <p:sp>
        <p:nvSpPr>
          <p:cNvPr id="13" name="Shape 11"/>
          <p:cNvSpPr/>
          <p:nvPr/>
        </p:nvSpPr>
        <p:spPr>
          <a:xfrm>
            <a:off x="621792" y="1417320"/>
            <a:ext cx="2919496" cy="3767328"/>
          </a:xfrm>
          <a:prstGeom prst="roundRect">
            <a:avLst>
              <a:gd name="adj" fmla="val 1566"/>
            </a:avLst>
          </a:prstGeom>
          <a:solidFill>
            <a:srgbClr val="F1EFE8"/>
          </a:solidFill>
          <a:ln w="9525">
            <a:solidFill>
              <a:srgbClr val="D9D7CE"/>
            </a:solidFill>
            <a:prstDash val="solid"/>
          </a:ln>
        </p:spPr>
      </p:sp>
      <p:sp>
        <p:nvSpPr>
          <p:cNvPr id="14" name="Text 12"/>
          <p:cNvSpPr/>
          <p:nvPr/>
        </p:nvSpPr>
        <p:spPr>
          <a:xfrm>
            <a:off x="713232" y="1472184"/>
            <a:ext cx="2736616" cy="3657600"/>
          </a:xfrm>
          <a:prstGeom prst="rect">
            <a:avLst/>
          </a:prstGeom>
          <a:noFill/>
          <a:ln/>
        </p:spPr>
        <p:txBody>
          <a:bodyPr wrap="square" lIns="0" tIns="0" rIns="0" bIns="0" rtlCol="0" anchor="t"/>
          <a:lstStyle/>
          <a:p>
            <a:r>
              <a:rPr lang="en-US" sz="800">
                <a:solidFill>
                  <a:srgbClr val="6D6A63"/>
                </a:solidFill>
                <a:ea typeface="+mn-lt"/>
                <a:cs typeface="+mn-lt"/>
              </a:rPr>
              <a:t>Violent video games are still blamed for real violence, though that link has never been proven. Today, the real question is whether kids should be allowed to play them at all.</a:t>
            </a:r>
            <a:endParaRPr lang="en-US"/>
          </a:p>
          <a:p>
            <a:endParaRPr lang="en-US" sz="800">
              <a:solidFill>
                <a:srgbClr val="6D6A63"/>
              </a:solidFill>
              <a:ea typeface="+mn-lt"/>
              <a:cs typeface="+mn-lt"/>
            </a:endParaRPr>
          </a:p>
          <a:p>
            <a:pPr>
              <a:lnSpc>
                <a:spcPct val="114999"/>
              </a:lnSpc>
            </a:pPr>
            <a:r>
              <a:rPr lang="en-US" sz="800" b="1">
                <a:solidFill>
                  <a:schemeClr val="accent1"/>
                </a:solidFill>
                <a:ea typeface="+mn-lt"/>
                <a:cs typeface="+mn-lt"/>
              </a:rPr>
              <a:t>When it comes to mental health, violent video games deserve more credit than they get. Like all games, they tap into a child's love of play and imagination. By the time kids are old enough for "Teen"-rated games, most already know the difference between pretend and real life.</a:t>
            </a:r>
            <a:endParaRPr lang="en-US" b="1">
              <a:solidFill>
                <a:schemeClr val="accent1"/>
              </a:solidFill>
            </a:endParaRPr>
          </a:p>
        </p:txBody>
      </p:sp>
      <p:sp>
        <p:nvSpPr>
          <p:cNvPr id="15" name="Text 13"/>
          <p:cNvSpPr/>
          <p:nvPr/>
        </p:nvSpPr>
        <p:spPr>
          <a:xfrm>
            <a:off x="3687592" y="1435608"/>
            <a:ext cx="2743200" cy="201168"/>
          </a:xfrm>
          <a:prstGeom prst="rect">
            <a:avLst/>
          </a:prstGeom>
          <a:noFill/>
          <a:ln/>
        </p:spPr>
        <p:txBody>
          <a:bodyPr wrap="square" lIns="0" tIns="0" rIns="0" bIns="0" rtlCol="0" anchor="ctr"/>
          <a:lstStyle/>
          <a:p>
            <a:pPr marL="0" indent="0">
              <a:buNone/>
            </a:pPr>
            <a:r>
              <a:rPr lang="en-US" sz="850" b="1">
                <a:solidFill>
                  <a:srgbClr val="6D6A63"/>
                </a:solidFill>
                <a:latin typeface="Arial" pitchFamily="34" charset="0"/>
                <a:ea typeface="Arial" pitchFamily="34" charset="-122"/>
                <a:cs typeface="Arial" pitchFamily="34" charset="-120"/>
              </a:rPr>
              <a:t>인터랙션 · 버튼 선택</a:t>
            </a:r>
            <a:endParaRPr lang="en-US" sz="850"/>
          </a:p>
        </p:txBody>
      </p:sp>
      <p:sp>
        <p:nvSpPr>
          <p:cNvPr id="16" name="Shape 14"/>
          <p:cNvSpPr/>
          <p:nvPr/>
        </p:nvSpPr>
        <p:spPr>
          <a:xfrm>
            <a:off x="3687592" y="1673352"/>
            <a:ext cx="2548616" cy="475488"/>
          </a:xfrm>
          <a:prstGeom prst="roundRect">
            <a:avLst>
              <a:gd name="adj" fmla="val 26923"/>
            </a:avLst>
          </a:prstGeom>
          <a:solidFill>
            <a:srgbClr val="FFFFFF"/>
          </a:solidFill>
          <a:ln w="12700">
            <a:solidFill>
              <a:srgbClr val="185FA5"/>
            </a:solidFill>
            <a:prstDash val="solid"/>
          </a:ln>
        </p:spPr>
      </p:sp>
      <p:sp>
        <p:nvSpPr>
          <p:cNvPr id="17" name="Text 15"/>
          <p:cNvSpPr/>
          <p:nvPr/>
        </p:nvSpPr>
        <p:spPr>
          <a:xfrm>
            <a:off x="3779032" y="1673352"/>
            <a:ext cx="2365736" cy="475488"/>
          </a:xfrm>
          <a:prstGeom prst="rect">
            <a:avLst/>
          </a:prstGeom>
          <a:noFill/>
          <a:ln/>
        </p:spPr>
        <p:txBody>
          <a:bodyPr wrap="square" lIns="0" tIns="0" rIns="0" bIns="0" rtlCol="0" anchor="ctr"/>
          <a:lstStyle/>
          <a:p>
            <a:pPr marL="0" indent="0">
              <a:lnSpc>
                <a:spcPct val="100000"/>
              </a:lnSpc>
              <a:buNone/>
            </a:pPr>
            <a:r>
              <a:rPr lang="en-US" sz="800">
                <a:solidFill>
                  <a:srgbClr val="0C447C"/>
                </a:solidFill>
                <a:latin typeface="Arial" pitchFamily="34" charset="0"/>
                <a:ea typeface="Arial" pitchFamily="34" charset="-122"/>
                <a:cs typeface="Arial" pitchFamily="34" charset="-120"/>
              </a:rPr>
              <a:t>a. 좋다</a:t>
            </a:r>
            <a:endParaRPr lang="en-US" sz="800"/>
          </a:p>
        </p:txBody>
      </p:sp>
      <p:sp>
        <p:nvSpPr>
          <p:cNvPr id="18" name="Shape 16"/>
          <p:cNvSpPr/>
          <p:nvPr/>
        </p:nvSpPr>
        <p:spPr>
          <a:xfrm>
            <a:off x="3687592" y="2240280"/>
            <a:ext cx="2548616" cy="475488"/>
          </a:xfrm>
          <a:prstGeom prst="roundRect">
            <a:avLst>
              <a:gd name="adj" fmla="val 26923"/>
            </a:avLst>
          </a:prstGeom>
          <a:solidFill>
            <a:srgbClr val="FFFFFF"/>
          </a:solidFill>
          <a:ln w="12700">
            <a:solidFill>
              <a:srgbClr val="185FA5"/>
            </a:solidFill>
            <a:prstDash val="solid"/>
          </a:ln>
        </p:spPr>
      </p:sp>
      <p:sp>
        <p:nvSpPr>
          <p:cNvPr id="19" name="Text 17"/>
          <p:cNvSpPr/>
          <p:nvPr/>
        </p:nvSpPr>
        <p:spPr>
          <a:xfrm>
            <a:off x="3779032" y="2240280"/>
            <a:ext cx="2365736" cy="475488"/>
          </a:xfrm>
          <a:prstGeom prst="rect">
            <a:avLst/>
          </a:prstGeom>
          <a:noFill/>
          <a:ln/>
        </p:spPr>
        <p:txBody>
          <a:bodyPr wrap="square" lIns="0" tIns="0" rIns="0" bIns="0" rtlCol="0" anchor="ctr"/>
          <a:lstStyle/>
          <a:p>
            <a:pPr marL="0" indent="0">
              <a:lnSpc>
                <a:spcPct val="100000"/>
              </a:lnSpc>
              <a:buNone/>
            </a:pPr>
            <a:r>
              <a:rPr lang="en-US" sz="800">
                <a:solidFill>
                  <a:srgbClr val="0C447C"/>
                </a:solidFill>
                <a:latin typeface="Arial" pitchFamily="34" charset="0"/>
                <a:ea typeface="Arial" pitchFamily="34" charset="-122"/>
                <a:cs typeface="Arial" pitchFamily="34" charset="-120"/>
              </a:rPr>
              <a:t>b. 나쁘다</a:t>
            </a:r>
            <a:endParaRPr lang="en-US" sz="800"/>
          </a:p>
        </p:txBody>
      </p:sp>
      <p:sp>
        <p:nvSpPr>
          <p:cNvPr id="20" name="Text 18"/>
          <p:cNvSpPr/>
          <p:nvPr/>
        </p:nvSpPr>
        <p:spPr>
          <a:xfrm>
            <a:off x="621792" y="5312664"/>
            <a:ext cx="56144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튜터링 영역</a:t>
            </a:r>
            <a:endParaRPr lang="en-US" sz="750"/>
          </a:p>
        </p:txBody>
      </p:sp>
      <p:sp>
        <p:nvSpPr>
          <p:cNvPr id="21" name="Shape 19"/>
          <p:cNvSpPr/>
          <p:nvPr/>
        </p:nvSpPr>
        <p:spPr>
          <a:xfrm>
            <a:off x="621792" y="5495544"/>
            <a:ext cx="5614416" cy="566928"/>
          </a:xfrm>
          <a:prstGeom prst="roundRect">
            <a:avLst>
              <a:gd name="adj" fmla="val 19355"/>
            </a:avLst>
          </a:prstGeom>
          <a:solidFill>
            <a:srgbClr val="E6F1FB"/>
          </a:solidFill>
          <a:ln w="9525">
            <a:solidFill>
              <a:srgbClr val="185FA5"/>
            </a:solidFill>
            <a:prstDash val="solid"/>
          </a:ln>
        </p:spPr>
      </p:sp>
      <p:sp>
        <p:nvSpPr>
          <p:cNvPr id="22" name="Text 20"/>
          <p:cNvSpPr/>
          <p:nvPr/>
        </p:nvSpPr>
        <p:spPr>
          <a:xfrm>
            <a:off x="749808" y="5495544"/>
            <a:ext cx="5358384" cy="566928"/>
          </a:xfrm>
          <a:prstGeom prst="rect">
            <a:avLst/>
          </a:prstGeom>
          <a:noFill/>
          <a:ln/>
        </p:spPr>
        <p:txBody>
          <a:bodyPr wrap="square" lIns="0" tIns="0" rIns="0" bIns="0" rtlCol="0" anchor="ctr"/>
          <a:lstStyle/>
          <a:p>
            <a:pPr>
              <a:lnSpc>
                <a:spcPct val="105000"/>
              </a:lnSpc>
            </a:pPr>
            <a:r>
              <a:rPr lang="en-US" sz="900" b="1">
                <a:solidFill>
                  <a:srgbClr val="185FA5"/>
                </a:solidFill>
                <a:latin typeface="Arial"/>
                <a:ea typeface="Arial" pitchFamily="34" charset="-122"/>
                <a:cs typeface="Arial"/>
              </a:rPr>
              <a:t>🎙 </a:t>
            </a:r>
            <a:r>
              <a:rPr lang="en-US" sz="900" b="1" err="1">
                <a:solidFill>
                  <a:srgbClr val="185FA5"/>
                </a:solidFill>
                <a:latin typeface="Arial"/>
                <a:ea typeface="Arial" pitchFamily="34" charset="-122"/>
                <a:cs typeface="Arial"/>
              </a:rPr>
              <a:t>튜터</a:t>
            </a:r>
            <a:r>
              <a:rPr lang="en-US" sz="900" b="1">
                <a:solidFill>
                  <a:srgbClr val="185FA5"/>
                </a:solidFill>
                <a:latin typeface="Arial"/>
                <a:ea typeface="Arial" pitchFamily="34" charset="-122"/>
                <a:cs typeface="Arial"/>
              </a:rPr>
              <a:t> </a:t>
            </a:r>
            <a:r>
              <a:rPr lang="ko-KR" altLang="en-US" sz="900">
                <a:solidFill>
                  <a:srgbClr val="185FA5"/>
                </a:solidFill>
                <a:latin typeface="Arial"/>
                <a:ea typeface="Arial" pitchFamily="34" charset="-122"/>
                <a:cs typeface="Arial"/>
              </a:rPr>
              <a:t>불</a:t>
            </a:r>
            <a:r>
              <a:rPr lang="en-US" sz="900">
                <a:solidFill>
                  <a:srgbClr val="185FA5"/>
                </a:solidFill>
                <a:latin typeface="Arial"/>
                <a:ea typeface="Arial" pitchFamily="34" charset="-122"/>
                <a:cs typeface="Arial"/>
              </a:rPr>
              <a:t> </a:t>
            </a:r>
            <a:r>
              <a:rPr lang="ko-KR" altLang="en-US" sz="900">
                <a:solidFill>
                  <a:srgbClr val="185FA5"/>
                </a:solidFill>
                <a:latin typeface="Arial"/>
                <a:ea typeface="Arial" pitchFamily="34" charset="-122"/>
                <a:cs typeface="Arial"/>
              </a:rPr>
              <a:t>켜진</a:t>
            </a:r>
            <a:r>
              <a:rPr lang="en-US" sz="900">
                <a:solidFill>
                  <a:srgbClr val="185FA5"/>
                </a:solidFill>
                <a:latin typeface="Arial"/>
                <a:ea typeface="Arial" pitchFamily="34" charset="-122"/>
                <a:cs typeface="Arial"/>
              </a:rPr>
              <a:t> </a:t>
            </a:r>
            <a:r>
              <a:rPr lang="ko-KR" altLang="en-US" sz="900">
                <a:solidFill>
                  <a:srgbClr val="185FA5"/>
                </a:solidFill>
                <a:latin typeface="Arial"/>
                <a:ea typeface="Arial" pitchFamily="34" charset="-122"/>
                <a:cs typeface="Arial"/>
              </a:rPr>
              <a:t>부분을 읽어 </a:t>
            </a:r>
            <a:r>
              <a:rPr lang="en-US" sz="900">
                <a:solidFill>
                  <a:srgbClr val="185FA5"/>
                </a:solidFill>
                <a:latin typeface="Arial"/>
                <a:ea typeface="Arial" pitchFamily="34" charset="-122"/>
                <a:cs typeface="Arial"/>
              </a:rPr>
              <a:t>봐.</a:t>
            </a:r>
            <a:r>
              <a:rPr lang="ko-KR" altLang="en-US" sz="900">
                <a:solidFill>
                  <a:srgbClr val="185FA5"/>
                </a:solidFill>
                <a:latin typeface="Arial"/>
                <a:ea typeface="Arial" pitchFamily="34" charset="-122"/>
                <a:cs typeface="Arial"/>
              </a:rPr>
              <a:t>다</a:t>
            </a:r>
            <a:r>
              <a:rPr lang="en-US" sz="900">
                <a:solidFill>
                  <a:srgbClr val="185FA5"/>
                </a:solidFill>
                <a:latin typeface="Arial"/>
                <a:ea typeface="Arial" pitchFamily="34" charset="-122"/>
                <a:cs typeface="Arial"/>
              </a:rPr>
              <a:t> </a:t>
            </a:r>
            <a:r>
              <a:rPr lang="ko-KR" altLang="en-US" sz="900">
                <a:solidFill>
                  <a:srgbClr val="185FA5"/>
                </a:solidFill>
                <a:latin typeface="Arial"/>
                <a:ea typeface="Arial" pitchFamily="34" charset="-122"/>
                <a:cs typeface="Arial"/>
              </a:rPr>
              <a:t>읽으면</a:t>
            </a:r>
            <a:r>
              <a:rPr lang="en-US" sz="900">
                <a:solidFill>
                  <a:srgbClr val="185FA5"/>
                </a:solidFill>
                <a:latin typeface="Arial"/>
                <a:ea typeface="Arial" pitchFamily="34" charset="-122"/>
                <a:cs typeface="Arial"/>
              </a:rPr>
              <a:t> </a:t>
            </a:r>
            <a:r>
              <a:rPr lang="ko-KR" altLang="en-US" sz="900">
                <a:solidFill>
                  <a:srgbClr val="185FA5"/>
                </a:solidFill>
                <a:latin typeface="Arial"/>
                <a:ea typeface="Arial" pitchFamily="34" charset="-122"/>
                <a:cs typeface="Arial"/>
              </a:rPr>
              <a:t>알려줘</a:t>
            </a:r>
            <a:r>
              <a:rPr lang="en-US" sz="900">
                <a:solidFill>
                  <a:srgbClr val="185FA5"/>
                </a:solidFill>
                <a:latin typeface="Arial"/>
                <a:ea typeface="Arial" pitchFamily="34" charset="-122"/>
                <a:cs typeface="Arial"/>
              </a:rPr>
              <a:t>. (30</a:t>
            </a:r>
            <a:r>
              <a:rPr lang="ko-KR" sz="900">
                <a:solidFill>
                  <a:srgbClr val="185FA5"/>
                </a:solidFill>
                <a:latin typeface="Arial"/>
                <a:ea typeface="Arial" pitchFamily="34" charset="-122"/>
                <a:cs typeface="Arial"/>
              </a:rPr>
              <a:t>초</a:t>
            </a:r>
            <a:r>
              <a:rPr lang="en-US" sz="900">
                <a:solidFill>
                  <a:srgbClr val="185FA5"/>
                </a:solidFill>
                <a:latin typeface="Arial"/>
                <a:ea typeface="Arial" pitchFamily="34" charset="-122"/>
                <a:cs typeface="Arial"/>
              </a:rPr>
              <a:t> </a:t>
            </a:r>
            <a:r>
              <a:rPr lang="ko-KR" sz="900">
                <a:solidFill>
                  <a:srgbClr val="185FA5"/>
                </a:solidFill>
                <a:latin typeface="Arial"/>
                <a:ea typeface="Arial" pitchFamily="34" charset="-122"/>
                <a:cs typeface="Arial"/>
              </a:rPr>
              <a:t>포즈</a:t>
            </a:r>
            <a:r>
              <a:rPr lang="en-US" sz="900">
                <a:solidFill>
                  <a:srgbClr val="185FA5"/>
                </a:solidFill>
                <a:latin typeface="Arial"/>
                <a:ea typeface="Arial" pitchFamily="34" charset="-122"/>
                <a:cs typeface="Arial"/>
              </a:rPr>
              <a:t>) </a:t>
            </a:r>
            <a:endParaRPr lang="en-US" sz="900">
              <a:solidFill>
                <a:srgbClr val="000000"/>
              </a:solidFill>
              <a:latin typeface="Arial"/>
              <a:ea typeface="Arial" pitchFamily="34" charset="-122"/>
              <a:cs typeface="Arial"/>
            </a:endParaRPr>
          </a:p>
          <a:p>
            <a:pPr>
              <a:lnSpc>
                <a:spcPct val="105000"/>
              </a:lnSpc>
            </a:pPr>
            <a:r>
              <a:rPr lang="en-US" sz="900" b="1">
                <a:solidFill>
                  <a:srgbClr val="185FA5"/>
                </a:solidFill>
                <a:latin typeface="Arial"/>
                <a:ea typeface="Arial" pitchFamily="34" charset="-122"/>
                <a:cs typeface="Arial"/>
              </a:rPr>
              <a:t> </a:t>
            </a:r>
            <a:r>
              <a:rPr lang="ko-KR" altLang="en-US" sz="1000">
                <a:solidFill>
                  <a:srgbClr val="0C447C"/>
                </a:solidFill>
                <a:latin typeface="Arial"/>
                <a:ea typeface="Arial" pitchFamily="34" charset="-122"/>
                <a:cs typeface="Arial"/>
              </a:rPr>
              <a:t>이</a:t>
            </a:r>
            <a:r>
              <a:rPr lang="en-US" sz="1000">
                <a:solidFill>
                  <a:srgbClr val="0C447C"/>
                </a:solidFill>
                <a:latin typeface="Arial"/>
                <a:ea typeface="Arial" pitchFamily="34" charset="-122"/>
                <a:cs typeface="Arial"/>
              </a:rPr>
              <a:t> </a:t>
            </a:r>
            <a:r>
              <a:rPr lang="ko-KR" altLang="en-US" sz="1000" err="1">
                <a:solidFill>
                  <a:srgbClr val="0C447C"/>
                </a:solidFill>
                <a:latin typeface="Arial"/>
                <a:ea typeface="Arial" pitchFamily="34" charset="-122"/>
                <a:cs typeface="Arial"/>
              </a:rPr>
              <a:t>문장</a:t>
            </a:r>
            <a:r>
              <a:rPr lang="ko-KR" altLang="en-US" sz="1000">
                <a:solidFill>
                  <a:srgbClr val="0C447C"/>
                </a:solidFill>
                <a:latin typeface="Arial"/>
                <a:ea typeface="Arial" pitchFamily="34" charset="-122"/>
                <a:cs typeface="Arial"/>
              </a:rPr>
              <a:t>에서는</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비디오</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게임이</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좋다고</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말했어</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나쁘다고</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말했어</a:t>
            </a:r>
            <a:r>
              <a:rPr lang="en-US" sz="1000">
                <a:solidFill>
                  <a:srgbClr val="0C447C"/>
                </a:solidFill>
                <a:latin typeface="Arial"/>
                <a:ea typeface="Arial" pitchFamily="34" charset="-122"/>
                <a:cs typeface="Arial"/>
              </a:rPr>
              <a:t>?</a:t>
            </a:r>
            <a:endParaRPr lang="en-US" sz="900">
              <a:latin typeface="Arial"/>
              <a:cs typeface="Arial"/>
            </a:endParaRPr>
          </a:p>
        </p:txBody>
      </p:sp>
      <p:sp>
        <p:nvSpPr>
          <p:cNvPr id="23" name="Text 21"/>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24" name="Text 22"/>
          <p:cNvSpPr/>
          <p:nvPr/>
        </p:nvSpPr>
        <p:spPr>
          <a:xfrm>
            <a:off x="6720840" y="1088136"/>
            <a:ext cx="5029200" cy="365760"/>
          </a:xfrm>
          <a:prstGeom prst="rect">
            <a:avLst/>
          </a:prstGeom>
          <a:noFill/>
          <a:ln/>
        </p:spPr>
        <p:txBody>
          <a:bodyPr wrap="square" lIns="0" tIns="0" rIns="0" bIns="0" rtlCol="0" anchor="ctr"/>
          <a:lstStyle/>
          <a:p>
            <a:pPr marL="0" indent="0">
              <a:lnSpc>
                <a:spcPct val="110000"/>
              </a:lnSpc>
              <a:buNone/>
            </a:pPr>
            <a:r>
              <a:rPr lang="en-US" sz="1200" b="1">
                <a:solidFill>
                  <a:srgbClr val="26221C"/>
                </a:solidFill>
                <a:latin typeface="Arial" pitchFamily="34" charset="0"/>
                <a:ea typeface="Arial" pitchFamily="34" charset="-122"/>
                <a:cs typeface="Arial" pitchFamily="34" charset="-120"/>
              </a:rPr>
              <a:t>은은한 긍정 논조를 파악하고, 근거 문장을 집어 의미를 해석한다.</a:t>
            </a:r>
            <a:endParaRPr lang="en-US" sz="1200"/>
          </a:p>
        </p:txBody>
      </p:sp>
      <p:sp>
        <p:nvSpPr>
          <p:cNvPr id="25" name="Shape 23"/>
          <p:cNvSpPr/>
          <p:nvPr/>
        </p:nvSpPr>
        <p:spPr>
          <a:xfrm>
            <a:off x="6720840" y="1591056"/>
            <a:ext cx="5029200" cy="822960"/>
          </a:xfrm>
          <a:prstGeom prst="roundRect">
            <a:avLst>
              <a:gd name="adj" fmla="val 6667"/>
            </a:avLst>
          </a:prstGeom>
          <a:solidFill>
            <a:srgbClr val="EAF3DE"/>
          </a:solidFill>
          <a:ln w="9525">
            <a:solidFill>
              <a:srgbClr val="3B6D11"/>
            </a:solidFill>
            <a:prstDash val="solid"/>
          </a:ln>
        </p:spPr>
      </p:sp>
      <p:sp>
        <p:nvSpPr>
          <p:cNvPr id="26" name="Text 24"/>
          <p:cNvSpPr/>
          <p:nvPr/>
        </p:nvSpPr>
        <p:spPr>
          <a:xfrm>
            <a:off x="6848856" y="1645920"/>
            <a:ext cx="4773168" cy="713232"/>
          </a:xfrm>
          <a:prstGeom prst="rect">
            <a:avLst/>
          </a:prstGeom>
          <a:noFill/>
          <a:ln/>
        </p:spPr>
        <p:txBody>
          <a:bodyPr wrap="square" lIns="0" tIns="0" rIns="0" bIns="0" rtlCol="0" anchor="t"/>
          <a:lstStyle/>
          <a:p>
            <a:pPr marL="0" indent="0">
              <a:lnSpc>
                <a:spcPct val="115000"/>
              </a:lnSpc>
              <a:buNone/>
            </a:pPr>
            <a:r>
              <a:rPr lang="en-US" sz="1000" b="1">
                <a:solidFill>
                  <a:srgbClr val="27500A"/>
                </a:solidFill>
                <a:latin typeface="Arial" pitchFamily="34" charset="0"/>
                <a:ea typeface="Arial" pitchFamily="34" charset="-122"/>
                <a:cs typeface="Arial" pitchFamily="34" charset="-120"/>
              </a:rPr>
              <a:t>정답(CA1) 시  </a:t>
            </a:r>
            <a:r>
              <a:rPr lang="en-US" sz="1000">
                <a:solidFill>
                  <a:srgbClr val="27500A"/>
                </a:solidFill>
                <a:latin typeface="Arial" pitchFamily="34" charset="0"/>
                <a:ea typeface="Arial" pitchFamily="34" charset="-122"/>
                <a:cs typeface="Arial" pitchFamily="34" charset="-120"/>
              </a:rPr>
              <a:t>문장 집기 → 의미 해석 버튼으로 이어짐 (▶ 4-A 참고)</a:t>
            </a:r>
            <a:endParaRPr lang="en-US" sz="1000"/>
          </a:p>
        </p:txBody>
      </p:sp>
      <p:sp>
        <p:nvSpPr>
          <p:cNvPr id="27" name="Shape 25"/>
          <p:cNvSpPr/>
          <p:nvPr/>
        </p:nvSpPr>
        <p:spPr>
          <a:xfrm>
            <a:off x="6720840" y="2523744"/>
            <a:ext cx="5029200" cy="822960"/>
          </a:xfrm>
          <a:prstGeom prst="roundRect">
            <a:avLst>
              <a:gd name="adj" fmla="val 6667"/>
            </a:avLst>
          </a:prstGeom>
          <a:solidFill>
            <a:srgbClr val="FAECE7"/>
          </a:solidFill>
          <a:ln w="9525">
            <a:solidFill>
              <a:srgbClr val="993C1D"/>
            </a:solidFill>
            <a:prstDash val="solid"/>
          </a:ln>
        </p:spPr>
      </p:sp>
      <p:sp>
        <p:nvSpPr>
          <p:cNvPr id="28" name="Text 26"/>
          <p:cNvSpPr/>
          <p:nvPr/>
        </p:nvSpPr>
        <p:spPr>
          <a:xfrm>
            <a:off x="6848856" y="2578608"/>
            <a:ext cx="4773168" cy="713232"/>
          </a:xfrm>
          <a:prstGeom prst="rect">
            <a:avLst/>
          </a:prstGeom>
          <a:noFill/>
          <a:ln/>
        </p:spPr>
        <p:txBody>
          <a:bodyPr wrap="square" lIns="0" tIns="0" rIns="0" bIns="0" rtlCol="0" anchor="t"/>
          <a:lstStyle/>
          <a:p>
            <a:pPr>
              <a:lnSpc>
                <a:spcPct val="115000"/>
              </a:lnSpc>
            </a:pPr>
            <a:r>
              <a:rPr lang="en-US" sz="1000" b="1" err="1">
                <a:solidFill>
                  <a:srgbClr val="712B13"/>
                </a:solidFill>
                <a:latin typeface="Arial"/>
                <a:ea typeface="Arial" pitchFamily="34" charset="-122"/>
                <a:cs typeface="Arial"/>
              </a:rPr>
              <a:t>오답</a:t>
            </a:r>
            <a:r>
              <a:rPr lang="en-US" sz="1000" b="1">
                <a:solidFill>
                  <a:srgbClr val="712B13"/>
                </a:solidFill>
                <a:latin typeface="Arial"/>
                <a:ea typeface="Arial" pitchFamily="34" charset="-122"/>
                <a:cs typeface="Arial"/>
              </a:rPr>
              <a:t>/</a:t>
            </a:r>
            <a:r>
              <a:rPr lang="en-US" sz="1000" b="1" err="1">
                <a:solidFill>
                  <a:srgbClr val="712B13"/>
                </a:solidFill>
                <a:latin typeface="Arial"/>
                <a:ea typeface="Arial" pitchFamily="34" charset="-122"/>
                <a:cs typeface="Arial"/>
              </a:rPr>
              <a:t>망설임</a:t>
            </a:r>
            <a:r>
              <a:rPr lang="en-US" sz="1000" b="1">
                <a:solidFill>
                  <a:srgbClr val="712B13"/>
                </a:solidFill>
                <a:latin typeface="Arial"/>
                <a:ea typeface="Arial" pitchFamily="34" charset="-122"/>
                <a:cs typeface="Arial"/>
              </a:rPr>
              <a:t>(CA2) 시  </a:t>
            </a:r>
            <a:r>
              <a:rPr lang="en-US" sz="1000" err="1">
                <a:solidFill>
                  <a:srgbClr val="712B13"/>
                </a:solidFill>
                <a:latin typeface="Arial"/>
                <a:ea typeface="Arial" pitchFamily="34" charset="-122"/>
                <a:cs typeface="Arial"/>
              </a:rPr>
              <a:t>화면</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진동+깜빡임</a:t>
            </a:r>
            <a:r>
              <a:rPr lang="en-US" sz="1000">
                <a:solidFill>
                  <a:srgbClr val="712B13"/>
                </a:solidFill>
                <a:latin typeface="Arial"/>
                <a:ea typeface="Arial" pitchFamily="34" charset="-122"/>
                <a:cs typeface="Arial"/>
              </a:rPr>
              <a:t> → </a:t>
            </a:r>
            <a:r>
              <a:rPr lang="en-US" sz="1000" err="1">
                <a:solidFill>
                  <a:srgbClr val="712B13"/>
                </a:solidFill>
                <a:latin typeface="Arial"/>
                <a:ea typeface="Arial" pitchFamily="34" charset="-122"/>
                <a:cs typeface="Arial"/>
              </a:rPr>
              <a:t>다시</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문장의</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의미를</a:t>
            </a:r>
            <a:r>
              <a:rPr lang="en-US" sz="1000">
                <a:solidFill>
                  <a:srgbClr val="712B13"/>
                </a:solidFill>
                <a:latin typeface="Arial"/>
                <a:ea typeface="Arial" pitchFamily="34" charset="-122"/>
                <a:cs typeface="Arial"/>
              </a:rPr>
              <a:t> </a:t>
            </a:r>
            <a:r>
              <a:rPr lang="ko-KR" altLang="en-US" sz="1000" err="1">
                <a:solidFill>
                  <a:srgbClr val="712B13"/>
                </a:solidFill>
                <a:latin typeface="Arial"/>
                <a:ea typeface="Arial" pitchFamily="34" charset="-122"/>
                <a:cs typeface="Arial"/>
              </a:rPr>
              <a:t>물음</a:t>
            </a:r>
            <a:r>
              <a:rPr lang="ko-KR" altLang="en-US" sz="1000">
                <a:solidFill>
                  <a:srgbClr val="712B13"/>
                </a:solidFill>
                <a:latin typeface="Arial"/>
                <a:ea typeface="Arial" pitchFamily="34" charset="-122"/>
                <a:cs typeface="Arial"/>
              </a:rPr>
              <a:t> (스캐폴딩) </a:t>
            </a:r>
            <a:endParaRPr lang="en-US" sz="1000">
              <a:solidFill>
                <a:srgbClr val="712B13"/>
              </a:solidFill>
              <a:latin typeface="Arial"/>
              <a:cs typeface="Arial"/>
            </a:endParaRPr>
          </a:p>
        </p:txBody>
      </p:sp>
      <p:sp>
        <p:nvSpPr>
          <p:cNvPr id="29" name="Text 27"/>
          <p:cNvSpPr/>
          <p:nvPr/>
        </p:nvSpPr>
        <p:spPr>
          <a:xfrm>
            <a:off x="6720840" y="3456432"/>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30" name="Shape 28"/>
          <p:cNvSpPr/>
          <p:nvPr/>
        </p:nvSpPr>
        <p:spPr>
          <a:xfrm>
            <a:off x="6720840" y="3675888"/>
            <a:ext cx="2926080" cy="329184"/>
          </a:xfrm>
          <a:prstGeom prst="roundRect">
            <a:avLst>
              <a:gd name="adj" fmla="val 50000"/>
            </a:avLst>
          </a:prstGeom>
          <a:solidFill>
            <a:srgbClr val="E6F1FB"/>
          </a:solidFill>
          <a:ln w="12700">
            <a:solidFill>
              <a:srgbClr val="185FA5"/>
            </a:solidFill>
            <a:prstDash val="solid"/>
          </a:ln>
        </p:spPr>
      </p:sp>
      <p:sp>
        <p:nvSpPr>
          <p:cNvPr id="31" name="Text 29"/>
          <p:cNvSpPr/>
          <p:nvPr/>
        </p:nvSpPr>
        <p:spPr>
          <a:xfrm>
            <a:off x="6720840" y="3675888"/>
            <a:ext cx="2926080" cy="329184"/>
          </a:xfrm>
          <a:prstGeom prst="rect">
            <a:avLst/>
          </a:prstGeom>
          <a:noFill/>
          <a:ln/>
        </p:spPr>
        <p:txBody>
          <a:bodyPr wrap="square" lIns="0" tIns="0" rIns="0" bIns="0" rtlCol="0" anchor="ctr"/>
          <a:lstStyle/>
          <a:p>
            <a:pPr marL="0" indent="0" algn="ctr">
              <a:buNone/>
            </a:pPr>
            <a:r>
              <a:rPr lang="en-US" sz="1000" b="1">
                <a:solidFill>
                  <a:srgbClr val="0C447C"/>
                </a:solidFill>
                <a:latin typeface="Arial" pitchFamily="34" charset="0"/>
                <a:ea typeface="Arial" pitchFamily="34" charset="-122"/>
                <a:cs typeface="Arial" pitchFamily="34" charset="-120"/>
              </a:rPr>
              <a:t>선택형 UI · 터치/짚기</a:t>
            </a:r>
            <a:endParaRPr lang="en-US" sz="1000"/>
          </a:p>
        </p:txBody>
      </p:sp>
      <p:sp>
        <p:nvSpPr>
          <p:cNvPr id="32" name="Text 30"/>
          <p:cNvSpPr/>
          <p:nvPr/>
        </p:nvSpPr>
        <p:spPr>
          <a:xfrm>
            <a:off x="6720840" y="6263640"/>
            <a:ext cx="5029200" cy="274320"/>
          </a:xfrm>
          <a:prstGeom prst="rect">
            <a:avLst/>
          </a:prstGeom>
          <a:noFill/>
          <a:ln/>
        </p:spPr>
        <p:txBody>
          <a:bodyPr wrap="square" lIns="0" tIns="0" rIns="0" bIns="0" rtlCol="0" anchor="ctr"/>
          <a:lstStyle/>
          <a:p>
            <a:pPr marL="0" indent="0">
              <a:buNone/>
            </a:pPr>
            <a:r>
              <a:rPr lang="en-US" sz="950" i="1">
                <a:solidFill>
                  <a:srgbClr val="0C447C"/>
                </a:solidFill>
                <a:latin typeface="Arial" pitchFamily="34" charset="0"/>
                <a:ea typeface="Arial" pitchFamily="34" charset="-122"/>
                <a:cs typeface="Arial" pitchFamily="34" charset="-120"/>
              </a:rPr>
              <a:t>→ “4-A”에서 문장 의미 해석 버튼 화면 참고</a:t>
            </a:r>
            <a:endParaRPr lang="en-US" sz="950"/>
          </a:p>
        </p:txBody>
      </p:sp>
      <p:sp>
        <p:nvSpPr>
          <p:cNvPr id="34" name="TextBox 33">
            <a:extLst>
              <a:ext uri="{FF2B5EF4-FFF2-40B4-BE49-F238E27FC236}">
                <a16:creationId xmlns:a16="http://schemas.microsoft.com/office/drawing/2014/main" id="{0CE5D807-B4CC-BB39-3E66-ACFC82806AD0}"/>
              </a:ext>
            </a:extLst>
          </p:cNvPr>
          <p:cNvSpPr txBox="1"/>
          <p:nvPr/>
        </p:nvSpPr>
        <p:spPr>
          <a:xfrm>
            <a:off x="6607908" y="5180400"/>
            <a:ext cx="4784645" cy="230832"/>
          </a:xfrm>
          <a:prstGeom prst="rect">
            <a:avLst/>
          </a:prstGeom>
          <a:noFill/>
        </p:spPr>
        <p:txBody>
          <a:bodyPr wrap="square" lIns="91440" tIns="45720" rIns="91440" bIns="45720" rtlCol="0" anchor="t">
            <a:spAutoFit/>
          </a:bodyPr>
          <a:lstStyle/>
          <a:p>
            <a:pPr marL="228600" indent="-228600">
              <a:buAutoNum type="arabicPeriod"/>
            </a:pPr>
            <a:r>
              <a:rPr lang="ko-KR" altLang="en-US" sz="900" b="1">
                <a:ea typeface="맑은 고딕"/>
                <a:cs typeface="Calibri" panose="020F0502020204030204"/>
              </a:rPr>
              <a:t>새로 생긴 단락에 불이 켜지거나 색깔을 바꾸어서 새로 등장한 단락임을 표시할 것.</a:t>
            </a:r>
            <a:endParaRPr lang="ko-KR" sz="900" b="1">
              <a:ea typeface="맑은 고딕"/>
              <a:cs typeface="Calibri" panose="020F0502020204030204"/>
            </a:endParaRPr>
          </a:p>
        </p:txBody>
      </p:sp>
      <p:sp>
        <p:nvSpPr>
          <p:cNvPr id="35" name="Rectangle 34">
            <a:extLst>
              <a:ext uri="{FF2B5EF4-FFF2-40B4-BE49-F238E27FC236}">
                <a16:creationId xmlns:a16="http://schemas.microsoft.com/office/drawing/2014/main" id="{8F6CFD2B-026A-D181-5A98-AEB365462184}"/>
              </a:ext>
            </a:extLst>
          </p:cNvPr>
          <p:cNvSpPr/>
          <p:nvPr/>
        </p:nvSpPr>
        <p:spPr>
          <a:xfrm>
            <a:off x="520556" y="1876746"/>
            <a:ext cx="3082247" cy="10411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그룹 8">
            <a:extLst>
              <a:ext uri="{FF2B5EF4-FFF2-40B4-BE49-F238E27FC236}">
                <a16:creationId xmlns:a16="http://schemas.microsoft.com/office/drawing/2014/main" id="{C113A3D4-2DE9-881B-71D4-2CFA46DA5040}"/>
              </a:ext>
            </a:extLst>
          </p:cNvPr>
          <p:cNvGrpSpPr/>
          <p:nvPr/>
        </p:nvGrpSpPr>
        <p:grpSpPr>
          <a:xfrm>
            <a:off x="331097" y="1716060"/>
            <a:ext cx="252205" cy="278228"/>
            <a:chOff x="4547497" y="2630460"/>
            <a:chExt cx="319193" cy="352128"/>
          </a:xfrm>
        </p:grpSpPr>
        <p:sp>
          <p:nvSpPr>
            <p:cNvPr id="38" name="타원 9">
              <a:extLst>
                <a:ext uri="{FF2B5EF4-FFF2-40B4-BE49-F238E27FC236}">
                  <a16:creationId xmlns:a16="http://schemas.microsoft.com/office/drawing/2014/main" id="{2E486C1A-828B-B1C3-4245-3EC6D753E2C1}"/>
                </a:ext>
              </a:extLst>
            </p:cNvPr>
            <p:cNvSpPr/>
            <p:nvPr/>
          </p:nvSpPr>
          <p:spPr>
            <a:xfrm>
              <a:off x="4547713" y="2630460"/>
              <a:ext cx="318977" cy="318977"/>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ko-Kore-K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ko-Kore-KR" altLang="en-US"/>
            </a:p>
          </p:txBody>
        </p:sp>
        <p:sp>
          <p:nvSpPr>
            <p:cNvPr id="39" name="TextBox 9">
              <a:extLst>
                <a:ext uri="{FF2B5EF4-FFF2-40B4-BE49-F238E27FC236}">
                  <a16:creationId xmlns:a16="http://schemas.microsoft.com/office/drawing/2014/main" id="{EF493FF2-6456-871B-0E2D-93998E942853}"/>
                </a:ext>
              </a:extLst>
            </p:cNvPr>
            <p:cNvSpPr txBox="1"/>
            <p:nvPr/>
          </p:nvSpPr>
          <p:spPr>
            <a:xfrm>
              <a:off x="4547497" y="2637517"/>
              <a:ext cx="263504" cy="345071"/>
            </a:xfrm>
            <a:prstGeom prst="rect">
              <a:avLst/>
            </a:prstGeom>
            <a:noFill/>
          </p:spPr>
          <p:txBody>
            <a:bodyPr wrap="square" rtlCol="0">
              <a:spAutoFit/>
            </a:bodyPr>
            <a:lstStyle>
              <a:defPPr>
                <a:defRPr lang="ko-Kore-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ko-Kore-KR" sz="1100" b="1">
                  <a:solidFill>
                    <a:schemeClr val="bg1"/>
                  </a:solidFill>
                </a:rPr>
                <a:t>1</a:t>
              </a:r>
              <a:endParaRPr kumimoji="1" lang="ko-Kore-KR" altLang="en-US" sz="1100" b="1">
                <a:solidFill>
                  <a:schemeClr val="bg1"/>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E6F1FB"/>
          </a:solidFill>
          <a:ln/>
        </p:spPr>
      </p:sp>
      <p:sp>
        <p:nvSpPr>
          <p:cNvPr id="3" name="Text 1"/>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0C447C"/>
                </a:solidFill>
                <a:latin typeface="Arial" pitchFamily="34" charset="0"/>
                <a:ea typeface="Arial" pitchFamily="34" charset="-122"/>
                <a:cs typeface="Arial" pitchFamily="34" charset="-120"/>
              </a:rPr>
              <a:t>1차시  ·  4-A · 문장 의미 해석 (보조 화면)</a:t>
            </a:r>
            <a:endParaRPr lang="en-US" sz="1600"/>
          </a:p>
        </p:txBody>
      </p:sp>
      <p:sp>
        <p:nvSpPr>
          <p:cNvPr id="4" name="Shape 2"/>
          <p:cNvSpPr/>
          <p:nvPr/>
        </p:nvSpPr>
        <p:spPr>
          <a:xfrm>
            <a:off x="9966960" y="128016"/>
            <a:ext cx="1828800" cy="310896"/>
          </a:xfrm>
          <a:prstGeom prst="roundRect">
            <a:avLst>
              <a:gd name="adj" fmla="val 50000"/>
            </a:avLst>
          </a:prstGeom>
          <a:solidFill>
            <a:srgbClr val="FFFFFF"/>
          </a:solidFill>
          <a:ln w="12700">
            <a:solidFill>
              <a:srgbClr val="185FA5"/>
            </a:solidFill>
            <a:prstDash val="solid"/>
          </a:ln>
        </p:spPr>
      </p:sp>
      <p:sp>
        <p:nvSpPr>
          <p:cNvPr id="5" name="Text 3"/>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0C447C"/>
                </a:solidFill>
                <a:latin typeface="Arial" pitchFamily="34" charset="0"/>
                <a:ea typeface="Arial" pitchFamily="34" charset="-122"/>
                <a:cs typeface="Arial" pitchFamily="34" charset="-120"/>
              </a:rPr>
              <a:t>PRO 스캐폴딩</a:t>
            </a:r>
            <a:endParaRPr lang="en-US" sz="950"/>
          </a:p>
        </p:txBody>
      </p:sp>
      <p:sp>
        <p:nvSpPr>
          <p:cNvPr id="6" name="Shape 4"/>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sp>
      <p:sp>
        <p:nvSpPr>
          <p:cNvPr id="7" name="Shape 5"/>
          <p:cNvSpPr/>
          <p:nvPr/>
        </p:nvSpPr>
        <p:spPr>
          <a:xfrm>
            <a:off x="457200" y="868680"/>
            <a:ext cx="5943600" cy="256032"/>
          </a:xfrm>
          <a:prstGeom prst="rect">
            <a:avLst/>
          </a:prstGeom>
          <a:solidFill>
            <a:srgbClr val="F0EEE7"/>
          </a:solidFill>
          <a:ln w="9525">
            <a:solidFill>
              <a:srgbClr val="B9B6AC"/>
            </a:solidFill>
            <a:prstDash val="solid"/>
          </a:ln>
        </p:spPr>
      </p:sp>
      <p:sp>
        <p:nvSpPr>
          <p:cNvPr id="8" name="Shape 6"/>
          <p:cNvSpPr/>
          <p:nvPr/>
        </p:nvSpPr>
        <p:spPr>
          <a:xfrm>
            <a:off x="585216" y="960120"/>
            <a:ext cx="73152" cy="73152"/>
          </a:xfrm>
          <a:prstGeom prst="ellipse">
            <a:avLst/>
          </a:prstGeom>
          <a:solidFill>
            <a:srgbClr val="C7C4B9"/>
          </a:solidFill>
          <a:ln/>
        </p:spPr>
      </p:sp>
      <p:sp>
        <p:nvSpPr>
          <p:cNvPr id="9" name="Shape 7"/>
          <p:cNvSpPr/>
          <p:nvPr/>
        </p:nvSpPr>
        <p:spPr>
          <a:xfrm>
            <a:off x="731520" y="960120"/>
            <a:ext cx="73152" cy="73152"/>
          </a:xfrm>
          <a:prstGeom prst="ellipse">
            <a:avLst/>
          </a:prstGeom>
          <a:solidFill>
            <a:srgbClr val="C7C4B9"/>
          </a:solidFill>
          <a:ln/>
        </p:spPr>
      </p:sp>
      <p:sp>
        <p:nvSpPr>
          <p:cNvPr id="10" name="Shape 8"/>
          <p:cNvSpPr/>
          <p:nvPr/>
        </p:nvSpPr>
        <p:spPr>
          <a:xfrm>
            <a:off x="877824" y="960120"/>
            <a:ext cx="73152" cy="73152"/>
          </a:xfrm>
          <a:prstGeom prst="ellipse">
            <a:avLst/>
          </a:prstGeom>
          <a:solidFill>
            <a:srgbClr val="C7C4B9"/>
          </a:solidFill>
          <a:ln/>
        </p:spPr>
      </p:sp>
      <p:sp>
        <p:nvSpPr>
          <p:cNvPr id="11" name="Text 9"/>
          <p:cNvSpPr/>
          <p:nvPr/>
        </p:nvSpPr>
        <p:spPr>
          <a:xfrm>
            <a:off x="621792" y="1234440"/>
            <a:ext cx="291949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텍스트 영역</a:t>
            </a:r>
            <a:endParaRPr lang="en-US" sz="750"/>
          </a:p>
        </p:txBody>
      </p:sp>
      <p:sp>
        <p:nvSpPr>
          <p:cNvPr id="12" name="Text 10"/>
          <p:cNvSpPr/>
          <p:nvPr/>
        </p:nvSpPr>
        <p:spPr>
          <a:xfrm>
            <a:off x="3687592" y="1234440"/>
            <a:ext cx="25486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Activity 영역</a:t>
            </a:r>
            <a:endParaRPr lang="en-US" sz="750"/>
          </a:p>
        </p:txBody>
      </p:sp>
      <p:sp>
        <p:nvSpPr>
          <p:cNvPr id="13" name="Shape 11"/>
          <p:cNvSpPr/>
          <p:nvPr/>
        </p:nvSpPr>
        <p:spPr>
          <a:xfrm>
            <a:off x="621792" y="1417320"/>
            <a:ext cx="2919496" cy="3767328"/>
          </a:xfrm>
          <a:prstGeom prst="roundRect">
            <a:avLst>
              <a:gd name="adj" fmla="val 1566"/>
            </a:avLst>
          </a:prstGeom>
          <a:solidFill>
            <a:srgbClr val="F1EFE8"/>
          </a:solidFill>
          <a:ln w="9525">
            <a:solidFill>
              <a:srgbClr val="D9D7CE"/>
            </a:solidFill>
            <a:prstDash val="solid"/>
          </a:ln>
        </p:spPr>
      </p:sp>
      <p:sp>
        <p:nvSpPr>
          <p:cNvPr id="14" name="Text 12"/>
          <p:cNvSpPr/>
          <p:nvPr/>
        </p:nvSpPr>
        <p:spPr>
          <a:xfrm>
            <a:off x="713232" y="1472184"/>
            <a:ext cx="2736616" cy="3657600"/>
          </a:xfrm>
          <a:prstGeom prst="rect">
            <a:avLst/>
          </a:prstGeom>
          <a:noFill/>
          <a:ln/>
        </p:spPr>
        <p:txBody>
          <a:bodyPr wrap="square" lIns="0" tIns="0" rIns="0" bIns="0" rtlCol="0" anchor="t"/>
          <a:lstStyle/>
          <a:p>
            <a:r>
              <a:rPr lang="en-US" sz="800">
                <a:solidFill>
                  <a:srgbClr val="6D6A63"/>
                </a:solidFill>
                <a:latin typeface="Calibri"/>
                <a:ea typeface="Calibri"/>
                <a:cs typeface="Calibri"/>
              </a:rPr>
              <a:t>Violent video games are still blamed for real violence, though that link has never been proven. Today, the real question is whether kids should be allowed to play them at all.</a:t>
            </a:r>
            <a:endParaRPr lang="en-US" sz="800">
              <a:solidFill>
                <a:srgbClr val="000000"/>
              </a:solidFill>
              <a:latin typeface="Calibri"/>
              <a:ea typeface="Calibri"/>
              <a:cs typeface="Calibri"/>
            </a:endParaRPr>
          </a:p>
          <a:p>
            <a:endParaRPr lang="en-US" sz="800">
              <a:solidFill>
                <a:srgbClr val="000000"/>
              </a:solidFill>
              <a:latin typeface="Calibri"/>
              <a:ea typeface="Calibri"/>
              <a:cs typeface="Calibri"/>
            </a:endParaRPr>
          </a:p>
          <a:p>
            <a:pPr>
              <a:lnSpc>
                <a:spcPct val="114999"/>
              </a:lnSpc>
            </a:pPr>
            <a:r>
              <a:rPr lang="en-US" sz="800" b="1">
                <a:solidFill>
                  <a:schemeClr val="accent1"/>
                </a:solidFill>
                <a:latin typeface="Calibri"/>
                <a:ea typeface="Calibri"/>
                <a:cs typeface="Calibri"/>
              </a:rPr>
              <a:t>When it comes to mental health, violent video games deserve more credit than they get. Like all games, they tap into a child's love of play and imagination. </a:t>
            </a:r>
            <a:r>
              <a:rPr lang="en-US" sz="800" b="1">
                <a:solidFill>
                  <a:schemeClr val="accent1"/>
                </a:solidFill>
                <a:highlight>
                  <a:srgbClr val="FFFF00"/>
                </a:highlight>
                <a:latin typeface="Calibri"/>
                <a:ea typeface="Calibri"/>
                <a:cs typeface="Calibri"/>
              </a:rPr>
              <a:t>By the time kids are old enough for "Teen"-rated games, most already know the difference between pretend and real life.</a:t>
            </a:r>
            <a:endParaRPr lang="en-US">
              <a:solidFill>
                <a:schemeClr val="accent1"/>
              </a:solidFill>
              <a:highlight>
                <a:srgbClr val="FFFF00"/>
              </a:highlight>
              <a:ea typeface="Calibri"/>
              <a:cs typeface="Calibri"/>
            </a:endParaRPr>
          </a:p>
        </p:txBody>
      </p:sp>
      <p:sp>
        <p:nvSpPr>
          <p:cNvPr id="15" name="Text 13"/>
          <p:cNvSpPr/>
          <p:nvPr/>
        </p:nvSpPr>
        <p:spPr>
          <a:xfrm>
            <a:off x="3687592" y="1435608"/>
            <a:ext cx="2743200" cy="201168"/>
          </a:xfrm>
          <a:prstGeom prst="rect">
            <a:avLst/>
          </a:prstGeom>
          <a:noFill/>
          <a:ln/>
        </p:spPr>
        <p:txBody>
          <a:bodyPr wrap="square" lIns="0" tIns="0" rIns="0" bIns="0" rtlCol="0" anchor="ctr"/>
          <a:lstStyle/>
          <a:p>
            <a:r>
              <a:rPr lang="ko-KR" altLang="en-US" sz="850" b="1">
                <a:solidFill>
                  <a:srgbClr val="6D6A63"/>
                </a:solidFill>
                <a:latin typeface="Arial"/>
                <a:ea typeface="맑은 고딕"/>
                <a:cs typeface="Arial"/>
              </a:rPr>
              <a:t>마이크 기능</a:t>
            </a:r>
            <a:endParaRPr lang="en-US" sz="850" b="1" dirty="0">
              <a:solidFill>
                <a:srgbClr val="6D6A63"/>
              </a:solidFill>
              <a:latin typeface="Arial"/>
              <a:cs typeface="Arial"/>
            </a:endParaRPr>
          </a:p>
        </p:txBody>
      </p:sp>
      <p:sp>
        <p:nvSpPr>
          <p:cNvPr id="20" name="Text 18"/>
          <p:cNvSpPr/>
          <p:nvPr/>
        </p:nvSpPr>
        <p:spPr>
          <a:xfrm>
            <a:off x="621792" y="5312664"/>
            <a:ext cx="56144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튜터링 영역</a:t>
            </a:r>
            <a:endParaRPr lang="en-US" sz="750"/>
          </a:p>
        </p:txBody>
      </p:sp>
      <p:sp>
        <p:nvSpPr>
          <p:cNvPr id="21" name="Shape 19"/>
          <p:cNvSpPr/>
          <p:nvPr/>
        </p:nvSpPr>
        <p:spPr>
          <a:xfrm>
            <a:off x="621792" y="5495544"/>
            <a:ext cx="5614416" cy="566928"/>
          </a:xfrm>
          <a:prstGeom prst="roundRect">
            <a:avLst>
              <a:gd name="adj" fmla="val 19355"/>
            </a:avLst>
          </a:prstGeom>
          <a:solidFill>
            <a:srgbClr val="E6F1FB"/>
          </a:solidFill>
          <a:ln w="9525">
            <a:solidFill>
              <a:srgbClr val="185FA5"/>
            </a:solidFill>
            <a:prstDash val="solid"/>
          </a:ln>
        </p:spPr>
      </p:sp>
      <p:sp>
        <p:nvSpPr>
          <p:cNvPr id="22" name="Text 20"/>
          <p:cNvSpPr/>
          <p:nvPr/>
        </p:nvSpPr>
        <p:spPr>
          <a:xfrm>
            <a:off x="749808" y="5495544"/>
            <a:ext cx="5358384" cy="566928"/>
          </a:xfrm>
          <a:prstGeom prst="rect">
            <a:avLst/>
          </a:prstGeom>
          <a:noFill/>
          <a:ln/>
        </p:spPr>
        <p:txBody>
          <a:bodyPr wrap="square" lIns="0" tIns="0" rIns="0" bIns="0" rtlCol="0" anchor="ctr"/>
          <a:lstStyle/>
          <a:p>
            <a:pPr>
              <a:lnSpc>
                <a:spcPct val="105000"/>
              </a:lnSpc>
            </a:pPr>
            <a:r>
              <a:rPr lang="en-US" sz="900" b="1">
                <a:solidFill>
                  <a:srgbClr val="185FA5"/>
                </a:solidFill>
                <a:latin typeface="Arial"/>
                <a:ea typeface="Arial" pitchFamily="34" charset="-122"/>
                <a:cs typeface="Arial"/>
              </a:rPr>
              <a:t>🎙 </a:t>
            </a:r>
            <a:r>
              <a:rPr lang="en-US" sz="900" b="1" err="1">
                <a:solidFill>
                  <a:srgbClr val="185FA5"/>
                </a:solidFill>
                <a:latin typeface="Arial"/>
                <a:ea typeface="Arial" pitchFamily="34" charset="-122"/>
                <a:cs typeface="Arial"/>
              </a:rPr>
              <a:t>튜터</a:t>
            </a:r>
            <a:r>
              <a:rPr lang="en-US" sz="900" b="1">
                <a:solidFill>
                  <a:srgbClr val="185FA5"/>
                </a:solidFill>
                <a:latin typeface="Arial"/>
                <a:ea typeface="Arial" pitchFamily="34" charset="-122"/>
                <a:cs typeface="Arial"/>
              </a:rPr>
              <a:t>  </a:t>
            </a:r>
            <a:r>
              <a:rPr lang="en-US" sz="1000">
                <a:solidFill>
                  <a:srgbClr val="0C447C"/>
                </a:solidFill>
                <a:latin typeface="Arial"/>
                <a:ea typeface="Arial" pitchFamily="34" charset="-122"/>
                <a:cs typeface="Arial"/>
              </a:rPr>
              <a:t>이 </a:t>
            </a:r>
            <a:r>
              <a:rPr lang="en-US" sz="1000" err="1">
                <a:solidFill>
                  <a:srgbClr val="0C447C"/>
                </a:solidFill>
                <a:latin typeface="Arial"/>
                <a:ea typeface="Arial" pitchFamily="34" charset="-122"/>
                <a:cs typeface="Arial"/>
              </a:rPr>
              <a:t>문장의</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의미는</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무엇일까</a:t>
            </a:r>
            <a:r>
              <a:rPr lang="en-US" sz="1000">
                <a:solidFill>
                  <a:srgbClr val="0C447C"/>
                </a:solidFill>
                <a:latin typeface="Arial"/>
                <a:ea typeface="Arial" pitchFamily="34" charset="-122"/>
                <a:cs typeface="Arial"/>
              </a:rPr>
              <a:t>? </a:t>
            </a:r>
            <a:r>
              <a:rPr lang="ko-KR" altLang="en-US" sz="1000">
                <a:solidFill>
                  <a:srgbClr val="0C447C"/>
                </a:solidFill>
                <a:latin typeface="Arial"/>
                <a:ea typeface="Arial" pitchFamily="34" charset="-122"/>
                <a:cs typeface="Arial"/>
              </a:rPr>
              <a:t>해석해볼까</a:t>
            </a:r>
            <a:r>
              <a:rPr lang="en-US" altLang="ko-KR" sz="1000">
                <a:solidFill>
                  <a:srgbClr val="0C447C"/>
                </a:solidFill>
                <a:latin typeface="Arial"/>
                <a:ea typeface="Arial" pitchFamily="34" charset="-122"/>
                <a:cs typeface="Arial"/>
              </a:rPr>
              <a:t>?</a:t>
            </a:r>
            <a:endParaRPr lang="ko-KR" altLang="en-US" sz="1000">
              <a:solidFill>
                <a:srgbClr val="0C447C"/>
              </a:solidFill>
              <a:latin typeface="Arial"/>
              <a:cs typeface="Arial"/>
            </a:endParaRPr>
          </a:p>
        </p:txBody>
      </p:sp>
      <p:sp>
        <p:nvSpPr>
          <p:cNvPr id="23" name="Text 21"/>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24" name="Text 22"/>
          <p:cNvSpPr/>
          <p:nvPr/>
        </p:nvSpPr>
        <p:spPr>
          <a:xfrm>
            <a:off x="6720840" y="1088136"/>
            <a:ext cx="5029200" cy="365760"/>
          </a:xfrm>
          <a:prstGeom prst="rect">
            <a:avLst/>
          </a:prstGeom>
          <a:noFill/>
          <a:ln/>
        </p:spPr>
        <p:txBody>
          <a:bodyPr wrap="square" lIns="0" tIns="0" rIns="0" bIns="0" rtlCol="0" anchor="ctr"/>
          <a:lstStyle/>
          <a:p>
            <a:pPr marL="0" indent="0">
              <a:lnSpc>
                <a:spcPct val="110000"/>
              </a:lnSpc>
              <a:buNone/>
            </a:pPr>
            <a:r>
              <a:rPr lang="en-US" sz="1200" b="1">
                <a:solidFill>
                  <a:srgbClr val="26221C"/>
                </a:solidFill>
                <a:latin typeface="Arial" pitchFamily="34" charset="0"/>
                <a:ea typeface="Arial" pitchFamily="34" charset="-122"/>
                <a:cs typeface="Arial" pitchFamily="34" charset="-120"/>
              </a:rPr>
              <a:t>핵심 근거 문장의 의미를 정확히 이해했는지 확인.</a:t>
            </a:r>
            <a:endParaRPr lang="en-US" sz="1200"/>
          </a:p>
        </p:txBody>
      </p:sp>
      <p:sp>
        <p:nvSpPr>
          <p:cNvPr id="27" name="Text 25"/>
          <p:cNvSpPr/>
          <p:nvPr/>
        </p:nvSpPr>
        <p:spPr>
          <a:xfrm>
            <a:off x="6720840" y="3853253"/>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28" name="Shape 26"/>
          <p:cNvSpPr/>
          <p:nvPr/>
        </p:nvSpPr>
        <p:spPr>
          <a:xfrm>
            <a:off x="6720840" y="4072709"/>
            <a:ext cx="2926080" cy="329184"/>
          </a:xfrm>
          <a:prstGeom prst="roundRect">
            <a:avLst>
              <a:gd name="adj" fmla="val 50000"/>
            </a:avLst>
          </a:prstGeom>
          <a:solidFill>
            <a:srgbClr val="E6F1FB"/>
          </a:solidFill>
          <a:ln w="12700">
            <a:solidFill>
              <a:srgbClr val="185FA5"/>
            </a:solidFill>
            <a:prstDash val="solid"/>
          </a:ln>
        </p:spPr>
      </p:sp>
      <p:sp>
        <p:nvSpPr>
          <p:cNvPr id="29" name="Text 27"/>
          <p:cNvSpPr/>
          <p:nvPr/>
        </p:nvSpPr>
        <p:spPr>
          <a:xfrm>
            <a:off x="6720840" y="4072709"/>
            <a:ext cx="2926080" cy="329184"/>
          </a:xfrm>
          <a:prstGeom prst="rect">
            <a:avLst/>
          </a:prstGeom>
          <a:noFill/>
          <a:ln/>
        </p:spPr>
        <p:txBody>
          <a:bodyPr wrap="square" lIns="0" tIns="0" rIns="0" bIns="0" rtlCol="0" anchor="ctr"/>
          <a:lstStyle/>
          <a:p>
            <a:pPr algn="ctr"/>
            <a:r>
              <a:rPr lang="ko-KR" altLang="en-US" sz="1000" b="1">
                <a:solidFill>
                  <a:srgbClr val="0C447C"/>
                </a:solidFill>
                <a:latin typeface="Arial"/>
                <a:ea typeface="맑은 고딕"/>
                <a:cs typeface="Arial"/>
              </a:rPr>
              <a:t>마이크 기능</a:t>
            </a:r>
          </a:p>
        </p:txBody>
      </p:sp>
      <p:grpSp>
        <p:nvGrpSpPr>
          <p:cNvPr id="33" name="그룹 8">
            <a:extLst>
              <a:ext uri="{FF2B5EF4-FFF2-40B4-BE49-F238E27FC236}">
                <a16:creationId xmlns:a16="http://schemas.microsoft.com/office/drawing/2014/main" id="{60F645A6-20CD-143A-DDB4-D08429448934}"/>
              </a:ext>
            </a:extLst>
          </p:cNvPr>
          <p:cNvGrpSpPr/>
          <p:nvPr/>
        </p:nvGrpSpPr>
        <p:grpSpPr>
          <a:xfrm>
            <a:off x="1760754" y="2071660"/>
            <a:ext cx="252205" cy="278228"/>
            <a:chOff x="4547497" y="2630460"/>
            <a:chExt cx="319193" cy="352128"/>
          </a:xfrm>
        </p:grpSpPr>
        <p:sp>
          <p:nvSpPr>
            <p:cNvPr id="31" name="타원 9">
              <a:extLst>
                <a:ext uri="{FF2B5EF4-FFF2-40B4-BE49-F238E27FC236}">
                  <a16:creationId xmlns:a16="http://schemas.microsoft.com/office/drawing/2014/main" id="{37BE4BF5-341B-F378-3F4B-9DCA4AEF1E46}"/>
                </a:ext>
              </a:extLst>
            </p:cNvPr>
            <p:cNvSpPr/>
            <p:nvPr/>
          </p:nvSpPr>
          <p:spPr>
            <a:xfrm>
              <a:off x="4547713" y="2630460"/>
              <a:ext cx="318977" cy="318977"/>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ko-Kore-K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ko-Kore-KR" altLang="en-US"/>
            </a:p>
          </p:txBody>
        </p:sp>
        <p:sp>
          <p:nvSpPr>
            <p:cNvPr id="32" name="TextBox 9">
              <a:extLst>
                <a:ext uri="{FF2B5EF4-FFF2-40B4-BE49-F238E27FC236}">
                  <a16:creationId xmlns:a16="http://schemas.microsoft.com/office/drawing/2014/main" id="{93F4D757-BF17-FF26-4AFA-73A0F2E4BF82}"/>
                </a:ext>
              </a:extLst>
            </p:cNvPr>
            <p:cNvSpPr txBox="1"/>
            <p:nvPr/>
          </p:nvSpPr>
          <p:spPr>
            <a:xfrm>
              <a:off x="4547497" y="2637517"/>
              <a:ext cx="263504" cy="345071"/>
            </a:xfrm>
            <a:prstGeom prst="rect">
              <a:avLst/>
            </a:prstGeom>
            <a:noFill/>
          </p:spPr>
          <p:txBody>
            <a:bodyPr wrap="square" rtlCol="0">
              <a:spAutoFit/>
            </a:bodyPr>
            <a:lstStyle>
              <a:defPPr>
                <a:defRPr lang="ko-Kore-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ko-Kore-KR" sz="1100" b="1">
                  <a:solidFill>
                    <a:schemeClr val="bg1"/>
                  </a:solidFill>
                </a:rPr>
                <a:t>1</a:t>
              </a:r>
              <a:endParaRPr kumimoji="1" lang="ko-Kore-KR" altLang="en-US" sz="1100" b="1">
                <a:solidFill>
                  <a:schemeClr val="bg1"/>
                </a:solidFill>
              </a:endParaRPr>
            </a:p>
          </p:txBody>
        </p:sp>
      </p:grpSp>
      <p:sp>
        <p:nvSpPr>
          <p:cNvPr id="35" name="TextBox 34">
            <a:extLst>
              <a:ext uri="{FF2B5EF4-FFF2-40B4-BE49-F238E27FC236}">
                <a16:creationId xmlns:a16="http://schemas.microsoft.com/office/drawing/2014/main" id="{AA1585AE-53CB-0481-8B3C-F047A93D35EE}"/>
              </a:ext>
            </a:extLst>
          </p:cNvPr>
          <p:cNvSpPr txBox="1"/>
          <p:nvPr/>
        </p:nvSpPr>
        <p:spPr>
          <a:xfrm>
            <a:off x="6607908" y="5180400"/>
            <a:ext cx="4784645" cy="230832"/>
          </a:xfrm>
          <a:prstGeom prst="rect">
            <a:avLst/>
          </a:prstGeom>
          <a:noFill/>
        </p:spPr>
        <p:txBody>
          <a:bodyPr wrap="square" lIns="91440" tIns="45720" rIns="91440" bIns="45720" rtlCol="0" anchor="t">
            <a:spAutoFit/>
          </a:bodyPr>
          <a:lstStyle/>
          <a:p>
            <a:pPr marL="228600" indent="-228600">
              <a:buAutoNum type="arabicPeriod"/>
            </a:pPr>
            <a:r>
              <a:rPr lang="ko-KR" altLang="en-US" sz="900" b="1">
                <a:ea typeface="맑은 고딕"/>
                <a:cs typeface="Calibri" panose="020F0502020204030204"/>
              </a:rPr>
              <a:t>힌트 문장 깜빡임 또는 하이라이트.</a:t>
            </a:r>
          </a:p>
        </p:txBody>
      </p:sp>
      <p:sp>
        <p:nvSpPr>
          <p:cNvPr id="53" name="Shape 22">
            <a:extLst>
              <a:ext uri="{FF2B5EF4-FFF2-40B4-BE49-F238E27FC236}">
                <a16:creationId xmlns:a16="http://schemas.microsoft.com/office/drawing/2014/main" id="{1DADB785-B990-F404-916F-4E048EBCC0E2}"/>
              </a:ext>
            </a:extLst>
          </p:cNvPr>
          <p:cNvSpPr/>
          <p:nvPr/>
        </p:nvSpPr>
        <p:spPr>
          <a:xfrm>
            <a:off x="6720840" y="1591056"/>
            <a:ext cx="5029200" cy="822960"/>
          </a:xfrm>
          <a:prstGeom prst="roundRect">
            <a:avLst>
              <a:gd name="adj" fmla="val 6667"/>
            </a:avLst>
          </a:prstGeom>
          <a:solidFill>
            <a:srgbClr val="EAF3DE"/>
          </a:solidFill>
          <a:ln w="9525">
            <a:solidFill>
              <a:srgbClr val="3B6D11"/>
            </a:solidFill>
            <a:prstDash val="solid"/>
          </a:ln>
        </p:spPr>
      </p:sp>
      <p:sp>
        <p:nvSpPr>
          <p:cNvPr id="55" name="Text 23">
            <a:extLst>
              <a:ext uri="{FF2B5EF4-FFF2-40B4-BE49-F238E27FC236}">
                <a16:creationId xmlns:a16="http://schemas.microsoft.com/office/drawing/2014/main" id="{FF613BB4-AAE0-963D-C3CB-207745E4AF96}"/>
              </a:ext>
            </a:extLst>
          </p:cNvPr>
          <p:cNvSpPr/>
          <p:nvPr/>
        </p:nvSpPr>
        <p:spPr>
          <a:xfrm>
            <a:off x="6848856" y="1645920"/>
            <a:ext cx="4773168" cy="713232"/>
          </a:xfrm>
          <a:prstGeom prst="rect">
            <a:avLst/>
          </a:prstGeom>
          <a:noFill/>
          <a:ln/>
        </p:spPr>
        <p:txBody>
          <a:bodyPr wrap="square" lIns="0" tIns="0" rIns="0" bIns="0" rtlCol="0" anchor="t"/>
          <a:lstStyle/>
          <a:p>
            <a:pPr>
              <a:lnSpc>
                <a:spcPct val="115000"/>
              </a:lnSpc>
            </a:pPr>
            <a:r>
              <a:rPr lang="en-US" sz="1000" b="1" err="1">
                <a:solidFill>
                  <a:srgbClr val="27500A"/>
                </a:solidFill>
                <a:latin typeface="Arial"/>
                <a:ea typeface="Arial" pitchFamily="34" charset="-122"/>
                <a:cs typeface="Arial"/>
              </a:rPr>
              <a:t>정답</a:t>
            </a:r>
            <a:r>
              <a:rPr lang="en-US" sz="1000" b="1">
                <a:solidFill>
                  <a:srgbClr val="27500A"/>
                </a:solidFill>
                <a:latin typeface="Arial"/>
                <a:ea typeface="Arial" pitchFamily="34" charset="-122"/>
                <a:cs typeface="Arial"/>
              </a:rPr>
              <a:t>(CA1) 시 (</a:t>
            </a:r>
            <a:r>
              <a:rPr lang="ko-KR" altLang="en-US" sz="1000" b="1" err="1">
                <a:solidFill>
                  <a:srgbClr val="27500A"/>
                </a:solidFill>
                <a:latin typeface="Arial"/>
                <a:ea typeface="Arial" pitchFamily="34" charset="-122"/>
                <a:cs typeface="Arial"/>
              </a:rPr>
              <a:t>정답</a:t>
            </a:r>
            <a:r>
              <a:rPr lang="en-US" sz="1000" b="1">
                <a:solidFill>
                  <a:srgbClr val="27500A"/>
                </a:solidFill>
                <a:latin typeface="Arial"/>
                <a:ea typeface="Arial" pitchFamily="34" charset="-122"/>
                <a:cs typeface="Arial"/>
              </a:rPr>
              <a:t> </a:t>
            </a:r>
            <a:r>
              <a:rPr lang="ko-KR" altLang="en-US" sz="1000" b="1" err="1">
                <a:solidFill>
                  <a:srgbClr val="27500A"/>
                </a:solidFill>
                <a:latin typeface="Arial"/>
                <a:ea typeface="Arial" pitchFamily="34" charset="-122"/>
                <a:cs typeface="Arial"/>
              </a:rPr>
              <a:t>내용에</a:t>
            </a:r>
            <a:r>
              <a:rPr lang="en-US" sz="1000" b="1">
                <a:solidFill>
                  <a:srgbClr val="27500A"/>
                </a:solidFill>
                <a:latin typeface="Arial"/>
                <a:ea typeface="Arial" pitchFamily="34" charset="-122"/>
                <a:cs typeface="Arial"/>
              </a:rPr>
              <a:t> </a:t>
            </a:r>
            <a:r>
              <a:rPr lang="ko-KR" altLang="en-US" sz="1000" b="1" err="1">
                <a:solidFill>
                  <a:srgbClr val="27500A"/>
                </a:solidFill>
                <a:latin typeface="Arial"/>
                <a:ea typeface="Arial" pitchFamily="34" charset="-122"/>
                <a:cs typeface="Arial"/>
              </a:rPr>
              <a:t>가까운</a:t>
            </a:r>
            <a:r>
              <a:rPr lang="en-US" altLang="ko-KR" sz="1000" b="1">
                <a:solidFill>
                  <a:srgbClr val="27500A"/>
                </a:solidFill>
                <a:latin typeface="Arial"/>
                <a:ea typeface="Arial" pitchFamily="34" charset="-122"/>
                <a:cs typeface="Arial"/>
              </a:rPr>
              <a:t> </a:t>
            </a:r>
            <a:r>
              <a:rPr lang="en-US" altLang="ko-KR" sz="1000" b="1" err="1">
                <a:solidFill>
                  <a:srgbClr val="27500A"/>
                </a:solidFill>
                <a:latin typeface="Arial"/>
                <a:ea typeface="Arial" pitchFamily="34" charset="-122"/>
                <a:cs typeface="Arial"/>
              </a:rPr>
              <a:t>대답</a:t>
            </a:r>
            <a:r>
              <a:rPr lang="ko-KR" altLang="en-US" sz="1000" b="1">
                <a:solidFill>
                  <a:srgbClr val="27500A"/>
                </a:solidFill>
                <a:latin typeface="Arial"/>
                <a:ea typeface="Arial" pitchFamily="34" charset="-122"/>
                <a:cs typeface="Arial"/>
              </a:rPr>
              <a:t>시</a:t>
            </a:r>
            <a:r>
              <a:rPr lang="en-US" altLang="ko-KR" sz="1000" b="1">
                <a:solidFill>
                  <a:srgbClr val="27500A"/>
                </a:solidFill>
                <a:latin typeface="Arial"/>
                <a:ea typeface="Arial" pitchFamily="34" charset="-122"/>
                <a:cs typeface="Arial"/>
              </a:rPr>
              <a:t>) </a:t>
            </a:r>
            <a:r>
              <a:rPr lang="en-US" altLang="ko-KR" sz="1000">
                <a:solidFill>
                  <a:srgbClr val="27500A"/>
                </a:solidFill>
                <a:latin typeface="Arial"/>
                <a:ea typeface="Arial" pitchFamily="34" charset="-122"/>
                <a:cs typeface="Arial"/>
              </a:rPr>
              <a:t>"</a:t>
            </a:r>
            <a:r>
              <a:rPr lang="en-US" altLang="ko-KR" sz="1000" err="1">
                <a:solidFill>
                  <a:srgbClr val="27500A"/>
                </a:solidFill>
                <a:latin typeface="Arial"/>
                <a:ea typeface="Arial" pitchFamily="34" charset="-122"/>
                <a:cs typeface="Arial"/>
              </a:rPr>
              <a:t>맞아</a:t>
            </a:r>
            <a:r>
              <a:rPr lang="en-US" altLang="ko-KR" sz="1000">
                <a:solidFill>
                  <a:srgbClr val="27500A"/>
                </a:solidFill>
                <a:latin typeface="Arial"/>
                <a:ea typeface="Arial" pitchFamily="34" charset="-122"/>
                <a:cs typeface="Arial"/>
              </a:rPr>
              <a:t>, 잘했어."</a:t>
            </a:r>
            <a:br>
              <a:rPr lang="en-US" altLang="ko-KR" sz="1000" b="1">
                <a:latin typeface="Arial"/>
                <a:ea typeface="Arial" pitchFamily="34" charset="-122"/>
                <a:cs typeface="Arial"/>
              </a:rPr>
            </a:br>
            <a:br>
              <a:rPr lang="en-US" altLang="ko-KR" sz="1000" b="1">
                <a:latin typeface="Arial"/>
                <a:ea typeface="Arial" pitchFamily="34" charset="-122"/>
                <a:cs typeface="Arial"/>
              </a:rPr>
            </a:br>
            <a:r>
              <a:rPr lang="en-US" altLang="ko-KR" sz="1000">
                <a:solidFill>
                  <a:srgbClr val="27500A"/>
                </a:solidFill>
                <a:latin typeface="Arial"/>
                <a:ea typeface="Arial" pitchFamily="34" charset="-122"/>
                <a:cs typeface="Arial"/>
              </a:rPr>
              <a:t>정답: </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아이들은</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충분히</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성장했기</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때문에</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상상과</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진짜</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세계의</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차이를</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안다</a:t>
            </a:r>
            <a:r>
              <a:rPr lang="en-US" sz="800">
                <a:solidFill>
                  <a:srgbClr val="0C447C"/>
                </a:solidFill>
                <a:latin typeface="Arial"/>
                <a:ea typeface="Arial" pitchFamily="34" charset="-122"/>
                <a:cs typeface="Arial"/>
              </a:rPr>
              <a:t>.</a:t>
            </a:r>
            <a:endParaRPr lang="en-US" sz="1000">
              <a:solidFill>
                <a:srgbClr val="27500A"/>
              </a:solidFill>
              <a:latin typeface="Arial"/>
              <a:cs typeface="Arial"/>
            </a:endParaRPr>
          </a:p>
        </p:txBody>
      </p:sp>
      <p:sp>
        <p:nvSpPr>
          <p:cNvPr id="57" name="Shape 24">
            <a:extLst>
              <a:ext uri="{FF2B5EF4-FFF2-40B4-BE49-F238E27FC236}">
                <a16:creationId xmlns:a16="http://schemas.microsoft.com/office/drawing/2014/main" id="{7101FE17-3422-0FB8-0B44-3374A267493C}"/>
              </a:ext>
            </a:extLst>
          </p:cNvPr>
          <p:cNvSpPr/>
          <p:nvPr/>
        </p:nvSpPr>
        <p:spPr>
          <a:xfrm>
            <a:off x="6720840" y="2523744"/>
            <a:ext cx="5029200" cy="822960"/>
          </a:xfrm>
          <a:prstGeom prst="roundRect">
            <a:avLst>
              <a:gd name="adj" fmla="val 6667"/>
            </a:avLst>
          </a:prstGeom>
          <a:solidFill>
            <a:srgbClr val="FAECE7"/>
          </a:solidFill>
          <a:ln w="9525">
            <a:solidFill>
              <a:srgbClr val="993C1D"/>
            </a:solidFill>
            <a:prstDash val="solid"/>
          </a:ln>
        </p:spPr>
      </p:sp>
      <p:sp>
        <p:nvSpPr>
          <p:cNvPr id="59" name="Text 25">
            <a:extLst>
              <a:ext uri="{FF2B5EF4-FFF2-40B4-BE49-F238E27FC236}">
                <a16:creationId xmlns:a16="http://schemas.microsoft.com/office/drawing/2014/main" id="{37B3F707-8791-37DB-3045-D6A716CA358C}"/>
              </a:ext>
            </a:extLst>
          </p:cNvPr>
          <p:cNvSpPr/>
          <p:nvPr/>
        </p:nvSpPr>
        <p:spPr>
          <a:xfrm>
            <a:off x="6848856" y="2578608"/>
            <a:ext cx="4773168" cy="713232"/>
          </a:xfrm>
          <a:prstGeom prst="rect">
            <a:avLst/>
          </a:prstGeom>
          <a:noFill/>
          <a:ln/>
        </p:spPr>
        <p:txBody>
          <a:bodyPr wrap="square" lIns="0" tIns="0" rIns="0" bIns="0" rtlCol="0" anchor="t"/>
          <a:lstStyle/>
          <a:p>
            <a:pPr>
              <a:lnSpc>
                <a:spcPct val="115000"/>
              </a:lnSpc>
            </a:pPr>
            <a:r>
              <a:rPr lang="en-US" sz="1000" b="1" dirty="0" err="1">
                <a:solidFill>
                  <a:srgbClr val="712B13"/>
                </a:solidFill>
                <a:latin typeface="Arial"/>
                <a:ea typeface="Arial" pitchFamily="34" charset="-122"/>
                <a:cs typeface="Arial"/>
              </a:rPr>
              <a:t>오답</a:t>
            </a:r>
            <a:r>
              <a:rPr lang="en-US" sz="1000" b="1" dirty="0">
                <a:solidFill>
                  <a:srgbClr val="712B13"/>
                </a:solidFill>
                <a:latin typeface="Arial"/>
                <a:ea typeface="Arial" pitchFamily="34" charset="-122"/>
                <a:cs typeface="Arial"/>
              </a:rPr>
              <a:t>/</a:t>
            </a:r>
            <a:r>
              <a:rPr lang="en-US" sz="1000" b="1" dirty="0" err="1">
                <a:solidFill>
                  <a:srgbClr val="712B13"/>
                </a:solidFill>
                <a:latin typeface="Arial"/>
                <a:ea typeface="Arial" pitchFamily="34" charset="-122"/>
                <a:cs typeface="Arial"/>
              </a:rPr>
              <a:t>망설임</a:t>
            </a:r>
            <a:r>
              <a:rPr lang="en-US" sz="1000" b="1" dirty="0">
                <a:solidFill>
                  <a:srgbClr val="712B13"/>
                </a:solidFill>
                <a:latin typeface="Arial"/>
                <a:ea typeface="Arial" pitchFamily="34" charset="-122"/>
                <a:cs typeface="Arial"/>
              </a:rPr>
              <a:t>(CA2) 시  </a:t>
            </a:r>
            <a:r>
              <a:rPr lang="en-US" sz="1000" dirty="0" err="1">
                <a:solidFill>
                  <a:srgbClr val="712B13"/>
                </a:solidFill>
                <a:latin typeface="Arial"/>
                <a:ea typeface="Arial" pitchFamily="34" charset="-122"/>
                <a:cs typeface="Arial"/>
              </a:rPr>
              <a:t>재질문</a:t>
            </a:r>
            <a:r>
              <a:rPr lang="en-US" sz="1000" dirty="0">
                <a:solidFill>
                  <a:srgbClr val="712B13"/>
                </a:solidFill>
                <a:latin typeface="Arial"/>
                <a:ea typeface="Arial" pitchFamily="34" charset="-122"/>
                <a:cs typeface="Arial"/>
              </a:rPr>
              <a:t> "</a:t>
            </a:r>
            <a:r>
              <a:rPr lang="ko-KR" altLang="en-US" sz="1000" dirty="0">
                <a:solidFill>
                  <a:srgbClr val="712B13"/>
                </a:solidFill>
                <a:latin typeface="Arial"/>
                <a:ea typeface="Arial" pitchFamily="34" charset="-122"/>
                <a:cs typeface="Arial"/>
              </a:rPr>
              <a:t>다시</a:t>
            </a:r>
            <a:r>
              <a:rPr lang="en-US" sz="1000" dirty="0">
                <a:solidFill>
                  <a:srgbClr val="712B13"/>
                </a:solidFill>
                <a:latin typeface="Arial"/>
                <a:ea typeface="Arial" pitchFamily="34" charset="-122"/>
                <a:cs typeface="Arial"/>
              </a:rPr>
              <a:t> </a:t>
            </a:r>
            <a:r>
              <a:rPr lang="ko-KR" altLang="en-US" sz="1000" dirty="0">
                <a:solidFill>
                  <a:srgbClr val="712B13"/>
                </a:solidFill>
                <a:latin typeface="Arial"/>
                <a:ea typeface="Arial" pitchFamily="34" charset="-122"/>
                <a:cs typeface="Arial"/>
              </a:rPr>
              <a:t>생각해</a:t>
            </a:r>
            <a:r>
              <a:rPr lang="en-US" sz="1000" dirty="0">
                <a:solidFill>
                  <a:srgbClr val="712B13"/>
                </a:solidFill>
                <a:latin typeface="Arial"/>
                <a:ea typeface="Arial" pitchFamily="34" charset="-122"/>
                <a:cs typeface="Arial"/>
              </a:rPr>
              <a:t> </a:t>
            </a:r>
            <a:r>
              <a:rPr lang="ko-KR" altLang="en-US" sz="1000" dirty="0">
                <a:solidFill>
                  <a:srgbClr val="712B13"/>
                </a:solidFill>
                <a:latin typeface="Arial"/>
                <a:ea typeface="Arial" pitchFamily="34" charset="-122"/>
                <a:cs typeface="Arial"/>
              </a:rPr>
              <a:t>볼래</a:t>
            </a:r>
            <a:r>
              <a:rPr lang="en-US" altLang="ko-KR" sz="1000" dirty="0">
                <a:solidFill>
                  <a:srgbClr val="712B13"/>
                </a:solidFill>
                <a:latin typeface="Arial"/>
                <a:ea typeface="Arial" pitchFamily="34" charset="-122"/>
                <a:cs typeface="Arial"/>
              </a:rPr>
              <a:t>?" 등 </a:t>
            </a:r>
            <a:r>
              <a:rPr lang="en-US" altLang="ko-KR" sz="1000" dirty="0" err="1">
                <a:solidFill>
                  <a:srgbClr val="712B13"/>
                </a:solidFill>
                <a:latin typeface="Arial"/>
                <a:ea typeface="Arial" pitchFamily="34" charset="-122"/>
                <a:cs typeface="Arial"/>
              </a:rPr>
              <a:t>사고</a:t>
            </a:r>
            <a:r>
              <a:rPr lang="en-US" altLang="ko-KR" sz="1000" dirty="0">
                <a:solidFill>
                  <a:srgbClr val="712B13"/>
                </a:solidFill>
                <a:latin typeface="Arial"/>
                <a:ea typeface="Arial" pitchFamily="34" charset="-122"/>
                <a:cs typeface="Arial"/>
              </a:rPr>
              <a:t> </a:t>
            </a:r>
            <a:r>
              <a:rPr lang="en-US" altLang="ko-KR" sz="1000" dirty="0" err="1">
                <a:solidFill>
                  <a:srgbClr val="712B13"/>
                </a:solidFill>
                <a:latin typeface="Arial"/>
                <a:ea typeface="Arial" pitchFamily="34" charset="-122"/>
                <a:cs typeface="Arial"/>
              </a:rPr>
              <a:t>확장</a:t>
            </a:r>
            <a:r>
              <a:rPr lang="en-US" altLang="ko-KR" sz="1000" dirty="0">
                <a:solidFill>
                  <a:srgbClr val="712B13"/>
                </a:solidFill>
                <a:latin typeface="Arial"/>
                <a:ea typeface="Arial" pitchFamily="34" charset="-122"/>
                <a:cs typeface="Arial"/>
              </a:rPr>
              <a:t>, </a:t>
            </a:r>
            <a:r>
              <a:rPr lang="en-US" altLang="ko-KR" sz="1000" dirty="0" err="1">
                <a:solidFill>
                  <a:srgbClr val="712B13"/>
                </a:solidFill>
                <a:latin typeface="Arial"/>
                <a:ea typeface="Arial" pitchFamily="34" charset="-122"/>
                <a:cs typeface="Arial"/>
              </a:rPr>
              <a:t>반복을</a:t>
            </a:r>
            <a:r>
              <a:rPr lang="en-US" altLang="ko-KR" sz="1000" dirty="0">
                <a:solidFill>
                  <a:srgbClr val="712B13"/>
                </a:solidFill>
                <a:latin typeface="Arial"/>
                <a:ea typeface="Arial" pitchFamily="34" charset="-122"/>
                <a:cs typeface="Arial"/>
              </a:rPr>
              <a:t> </a:t>
            </a:r>
            <a:r>
              <a:rPr lang="en-US" altLang="ko-KR" sz="1000" dirty="0" err="1">
                <a:solidFill>
                  <a:srgbClr val="712B13"/>
                </a:solidFill>
                <a:latin typeface="Arial"/>
                <a:ea typeface="Arial" pitchFamily="34" charset="-122"/>
                <a:cs typeface="Arial"/>
              </a:rPr>
              <a:t>위한</a:t>
            </a:r>
            <a:r>
              <a:rPr lang="en-US" altLang="ko-KR" sz="1000" dirty="0">
                <a:solidFill>
                  <a:srgbClr val="712B13"/>
                </a:solidFill>
                <a:latin typeface="Arial"/>
                <a:ea typeface="Arial" pitchFamily="34" charset="-122"/>
                <a:cs typeface="Arial"/>
              </a:rPr>
              <a:t> </a:t>
            </a:r>
            <a:r>
              <a:rPr lang="en-US" altLang="ko-KR" sz="1000" dirty="0" err="1">
                <a:solidFill>
                  <a:srgbClr val="712B13"/>
                </a:solidFill>
                <a:latin typeface="Arial"/>
                <a:ea typeface="Arial" pitchFamily="34" charset="-122"/>
                <a:cs typeface="Arial"/>
              </a:rPr>
              <a:t>질문</a:t>
            </a:r>
            <a:r>
              <a:rPr lang="en-US" altLang="ko-KR" sz="1000" dirty="0">
                <a:solidFill>
                  <a:srgbClr val="712B13"/>
                </a:solidFill>
                <a:latin typeface="Arial"/>
                <a:ea typeface="Arial" pitchFamily="34" charset="-122"/>
                <a:cs typeface="Arial"/>
              </a:rPr>
              <a:t> (</a:t>
            </a:r>
            <a:r>
              <a:rPr lang="en-US" altLang="ko-KR" sz="1000" dirty="0" err="1">
                <a:solidFill>
                  <a:srgbClr val="712B13"/>
                </a:solidFill>
                <a:latin typeface="Arial"/>
                <a:ea typeface="Arial" pitchFamily="34" charset="-122"/>
                <a:cs typeface="Arial"/>
              </a:rPr>
              <a:t>스캐폴딩</a:t>
            </a:r>
            <a:r>
              <a:rPr lang="en-US" altLang="ko-KR" sz="1000" dirty="0">
                <a:solidFill>
                  <a:srgbClr val="712B13"/>
                </a:solidFill>
                <a:latin typeface="Arial"/>
                <a:ea typeface="Arial" pitchFamily="34" charset="-122"/>
                <a:cs typeface="Arial"/>
              </a:rPr>
              <a:t>) </a:t>
            </a:r>
            <a:r>
              <a:rPr lang="en-US" sz="1000" dirty="0">
                <a:solidFill>
                  <a:srgbClr val="712B13"/>
                </a:solidFill>
                <a:latin typeface="Arial"/>
                <a:ea typeface="Arial" pitchFamily="34" charset="-122"/>
                <a:cs typeface="Arial"/>
              </a:rPr>
              <a:t>→ </a:t>
            </a:r>
            <a:r>
              <a:rPr lang="en-US" sz="1000" dirty="0" err="1">
                <a:solidFill>
                  <a:srgbClr val="712B13"/>
                </a:solidFill>
                <a:latin typeface="Arial"/>
                <a:ea typeface="Arial" pitchFamily="34" charset="-122"/>
                <a:cs typeface="Arial"/>
              </a:rPr>
              <a:t>그래도</a:t>
            </a:r>
            <a:r>
              <a:rPr lang="en-US" sz="1000" dirty="0">
                <a:solidFill>
                  <a:srgbClr val="712B13"/>
                </a:solidFill>
                <a:latin typeface="Arial"/>
                <a:ea typeface="Arial" pitchFamily="34" charset="-122"/>
                <a:cs typeface="Arial"/>
              </a:rPr>
              <a:t> 못 </a:t>
            </a:r>
            <a:r>
              <a:rPr lang="en-US" sz="1000" dirty="0" err="1">
                <a:solidFill>
                  <a:srgbClr val="712B13"/>
                </a:solidFill>
                <a:latin typeface="Arial"/>
                <a:ea typeface="Arial" pitchFamily="34" charset="-122"/>
                <a:cs typeface="Arial"/>
              </a:rPr>
              <a:t>맞추면</a:t>
            </a:r>
            <a:r>
              <a:rPr lang="en-US" sz="1000" dirty="0">
                <a:solidFill>
                  <a:srgbClr val="712B13"/>
                </a:solidFill>
                <a:latin typeface="Arial"/>
                <a:ea typeface="Arial" pitchFamily="34" charset="-122"/>
                <a:cs typeface="Arial"/>
              </a:rPr>
              <a:t> 3초 </a:t>
            </a:r>
            <a:r>
              <a:rPr lang="en-US" sz="1000" dirty="0" err="1">
                <a:solidFill>
                  <a:srgbClr val="712B13"/>
                </a:solidFill>
                <a:latin typeface="Arial"/>
                <a:ea typeface="Arial" pitchFamily="34" charset="-122"/>
                <a:cs typeface="Arial"/>
              </a:rPr>
              <a:t>포즈</a:t>
            </a:r>
            <a:r>
              <a:rPr lang="en-US" sz="1000" dirty="0">
                <a:solidFill>
                  <a:srgbClr val="712B13"/>
                </a:solidFill>
                <a:latin typeface="Arial"/>
                <a:ea typeface="Arial" pitchFamily="34" charset="-122"/>
                <a:cs typeface="Arial"/>
              </a:rPr>
              <a:t> 후 </a:t>
            </a:r>
            <a:r>
              <a:rPr lang="en-US" sz="1000" dirty="0" err="1">
                <a:solidFill>
                  <a:srgbClr val="712B13"/>
                </a:solidFill>
                <a:latin typeface="Arial"/>
                <a:ea typeface="Arial" pitchFamily="34" charset="-122"/>
                <a:cs typeface="Arial"/>
              </a:rPr>
              <a:t>자동</a:t>
            </a:r>
            <a:r>
              <a:rPr lang="en-US" sz="1000" dirty="0">
                <a:solidFill>
                  <a:srgbClr val="712B13"/>
                </a:solidFill>
                <a:latin typeface="Arial"/>
                <a:ea typeface="Arial" pitchFamily="34" charset="-122"/>
                <a:cs typeface="Arial"/>
              </a:rPr>
              <a:t> </a:t>
            </a:r>
            <a:r>
              <a:rPr lang="en-US" sz="1000" dirty="0" err="1">
                <a:solidFill>
                  <a:srgbClr val="712B13"/>
                </a:solidFill>
                <a:latin typeface="Arial"/>
                <a:ea typeface="Arial" pitchFamily="34" charset="-122"/>
                <a:cs typeface="Arial"/>
              </a:rPr>
              <a:t>진행</a:t>
            </a:r>
            <a:r>
              <a:rPr lang="en-US" sz="1000" dirty="0">
                <a:solidFill>
                  <a:srgbClr val="712B13"/>
                </a:solidFill>
                <a:latin typeface="Arial"/>
                <a:ea typeface="Arial" pitchFamily="34" charset="-122"/>
                <a:cs typeface="Arial"/>
              </a:rPr>
              <a:t> (</a:t>
            </a:r>
            <a:r>
              <a:rPr lang="en-US" sz="1000" dirty="0" err="1">
                <a:solidFill>
                  <a:srgbClr val="712B13"/>
                </a:solidFill>
                <a:latin typeface="Arial"/>
                <a:ea typeface="Arial" pitchFamily="34" charset="-122"/>
                <a:cs typeface="Arial"/>
              </a:rPr>
              <a:t>정답</a:t>
            </a:r>
            <a:r>
              <a:rPr lang="en-US" sz="1000" dirty="0">
                <a:solidFill>
                  <a:srgbClr val="712B13"/>
                </a:solidFill>
                <a:latin typeface="Arial"/>
                <a:ea typeface="Arial" pitchFamily="34" charset="-122"/>
                <a:cs typeface="Arial"/>
              </a:rPr>
              <a:t> </a:t>
            </a:r>
            <a:r>
              <a:rPr lang="en-US" sz="1000" dirty="0" err="1">
                <a:solidFill>
                  <a:srgbClr val="712B13"/>
                </a:solidFill>
                <a:latin typeface="Arial"/>
                <a:ea typeface="Arial" pitchFamily="34" charset="-122"/>
                <a:cs typeface="Arial"/>
              </a:rPr>
              <a:t>유도</a:t>
            </a:r>
            <a:r>
              <a:rPr lang="en-US" sz="1000" dirty="0">
                <a:solidFill>
                  <a:srgbClr val="712B13"/>
                </a:solidFill>
                <a:latin typeface="Arial"/>
                <a:ea typeface="Arial" pitchFamily="34" charset="-122"/>
                <a:cs typeface="Arial"/>
              </a:rPr>
              <a:t> 안 함).</a:t>
            </a:r>
            <a:endParaRPr lang="en-US" sz="1000">
              <a:latin typeface="Arial"/>
              <a:cs typeface="Arial"/>
            </a:endParaRPr>
          </a:p>
        </p:txBody>
      </p:sp>
      <p:sp>
        <p:nvSpPr>
          <p:cNvPr id="60" name="Text 15">
            <a:extLst>
              <a:ext uri="{FF2B5EF4-FFF2-40B4-BE49-F238E27FC236}">
                <a16:creationId xmlns:a16="http://schemas.microsoft.com/office/drawing/2014/main" id="{E670BB48-5127-2743-5265-F8B2CEA3FE7F}"/>
              </a:ext>
            </a:extLst>
          </p:cNvPr>
          <p:cNvSpPr/>
          <p:nvPr/>
        </p:nvSpPr>
        <p:spPr>
          <a:xfrm>
            <a:off x="3779032" y="1673352"/>
            <a:ext cx="2365736" cy="47548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0000"/>
              </a:lnSpc>
              <a:buNone/>
            </a:pPr>
            <a:endParaRPr lang="en-US" sz="800">
              <a:solidFill>
                <a:srgbClr val="0C447C"/>
              </a:solidFill>
              <a:latin typeface="Arial"/>
              <a:cs typeface="Arial"/>
            </a:endParaRPr>
          </a:p>
        </p:txBody>
      </p:sp>
      <p:sp>
        <p:nvSpPr>
          <p:cNvPr id="17" name="Shape 14">
            <a:extLst>
              <a:ext uri="{FF2B5EF4-FFF2-40B4-BE49-F238E27FC236}">
                <a16:creationId xmlns:a16="http://schemas.microsoft.com/office/drawing/2014/main" id="{CFB3A8CD-161E-38A5-1258-E49DAAED3291}"/>
              </a:ext>
            </a:extLst>
          </p:cNvPr>
          <p:cNvSpPr/>
          <p:nvPr/>
        </p:nvSpPr>
        <p:spPr>
          <a:xfrm>
            <a:off x="4632716" y="1691640"/>
            <a:ext cx="658368" cy="658368"/>
          </a:xfrm>
          <a:prstGeom prst="ellipse">
            <a:avLst/>
          </a:prstGeom>
          <a:solidFill>
            <a:srgbClr val="FAECE7"/>
          </a:solidFill>
          <a:ln w="12700">
            <a:solidFill>
              <a:srgbClr val="993C1D"/>
            </a:solidFill>
            <a:prstDash val="solid"/>
          </a:ln>
        </p:spPr>
      </p:sp>
      <p:sp>
        <p:nvSpPr>
          <p:cNvPr id="19" name="Text 15">
            <a:extLst>
              <a:ext uri="{FF2B5EF4-FFF2-40B4-BE49-F238E27FC236}">
                <a16:creationId xmlns:a16="http://schemas.microsoft.com/office/drawing/2014/main" id="{93411015-4F2A-9A0D-15B6-1B524064EF1F}"/>
              </a:ext>
            </a:extLst>
          </p:cNvPr>
          <p:cNvSpPr/>
          <p:nvPr/>
        </p:nvSpPr>
        <p:spPr>
          <a:xfrm>
            <a:off x="4632716" y="1713411"/>
            <a:ext cx="658368" cy="658368"/>
          </a:xfrm>
          <a:prstGeom prst="rect">
            <a:avLst/>
          </a:prstGeom>
          <a:noFill/>
          <a:ln/>
        </p:spPr>
        <p:txBody>
          <a:bodyPr wrap="square" lIns="0" tIns="0" rIns="0" bIns="0" rtlCol="0" anchor="ctr"/>
          <a:lstStyle/>
          <a:p>
            <a:pPr marL="0" indent="0" algn="ctr">
              <a:buNone/>
            </a:pPr>
            <a:r>
              <a:rPr lang="en-US" sz="2000">
                <a:solidFill>
                  <a:srgbClr val="000000"/>
                </a:solidFill>
                <a:latin typeface="Arial" pitchFamily="34" charset="0"/>
                <a:ea typeface="Arial" pitchFamily="34" charset="-122"/>
                <a:cs typeface="Arial" pitchFamily="34" charset="-120"/>
              </a:rPr>
              <a:t>🎙</a:t>
            </a:r>
            <a:endParaRPr lang="en-US" sz="2000"/>
          </a:p>
        </p:txBody>
      </p:sp>
      <p:sp>
        <p:nvSpPr>
          <p:cNvPr id="26" name="Text 16">
            <a:extLst>
              <a:ext uri="{FF2B5EF4-FFF2-40B4-BE49-F238E27FC236}">
                <a16:creationId xmlns:a16="http://schemas.microsoft.com/office/drawing/2014/main" id="{0C57C552-B784-F149-8356-4AF26C24E213}"/>
              </a:ext>
            </a:extLst>
          </p:cNvPr>
          <p:cNvSpPr/>
          <p:nvPr/>
        </p:nvSpPr>
        <p:spPr>
          <a:xfrm>
            <a:off x="3687592" y="2404872"/>
            <a:ext cx="2548616" cy="201168"/>
          </a:xfrm>
          <a:prstGeom prst="rect">
            <a:avLst/>
          </a:prstGeom>
          <a:noFill/>
          <a:ln/>
        </p:spPr>
        <p:txBody>
          <a:bodyPr wrap="square" lIns="0" tIns="0" rIns="0" bIns="0" rtlCol="0" anchor="ctr"/>
          <a:lstStyle/>
          <a:p>
            <a:pPr marL="0" indent="0" algn="ctr">
              <a:buNone/>
            </a:pPr>
            <a:r>
              <a:rPr lang="en-US" sz="850">
                <a:solidFill>
                  <a:srgbClr val="6D6A63"/>
                </a:solidFill>
                <a:latin typeface="Arial" pitchFamily="34" charset="0"/>
                <a:ea typeface="Arial" pitchFamily="34" charset="-122"/>
                <a:cs typeface="Arial" pitchFamily="34" charset="-120"/>
              </a:rPr>
              <a:t>학생이 음성으로 답변</a:t>
            </a:r>
            <a:endParaRPr lang="en-US" sz="8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E6F1FB"/>
          </a:solidFill>
          <a:ln/>
        </p:spPr>
      </p:sp>
      <p:sp>
        <p:nvSpPr>
          <p:cNvPr id="3" name="Text 1"/>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0C447C"/>
                </a:solidFill>
                <a:latin typeface="Arial" pitchFamily="34" charset="0"/>
                <a:ea typeface="Arial" pitchFamily="34" charset="-122"/>
                <a:cs typeface="Arial" pitchFamily="34" charset="-120"/>
              </a:rPr>
              <a:t>1차시  ·  5단계 · 문장 순서 확인</a:t>
            </a:r>
            <a:endParaRPr lang="en-US" sz="1600"/>
          </a:p>
        </p:txBody>
      </p:sp>
      <p:sp>
        <p:nvSpPr>
          <p:cNvPr id="4" name="Shape 2"/>
          <p:cNvSpPr/>
          <p:nvPr/>
        </p:nvSpPr>
        <p:spPr>
          <a:xfrm>
            <a:off x="9966960" y="128016"/>
            <a:ext cx="1828800" cy="310896"/>
          </a:xfrm>
          <a:prstGeom prst="roundRect">
            <a:avLst>
              <a:gd name="adj" fmla="val 50000"/>
            </a:avLst>
          </a:prstGeom>
          <a:solidFill>
            <a:srgbClr val="FFFFFF"/>
          </a:solidFill>
          <a:ln w="12700">
            <a:solidFill>
              <a:srgbClr val="185FA5"/>
            </a:solidFill>
            <a:prstDash val="solid"/>
          </a:ln>
        </p:spPr>
      </p:sp>
      <p:sp>
        <p:nvSpPr>
          <p:cNvPr id="5" name="Text 3"/>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0C447C"/>
                </a:solidFill>
                <a:latin typeface="Arial" pitchFamily="34" charset="0"/>
                <a:ea typeface="Arial" pitchFamily="34" charset="-122"/>
                <a:cs typeface="Arial" pitchFamily="34" charset="-120"/>
              </a:rPr>
              <a:t>본론 1</a:t>
            </a:r>
            <a:endParaRPr lang="en-US" sz="950"/>
          </a:p>
        </p:txBody>
      </p:sp>
      <p:sp>
        <p:nvSpPr>
          <p:cNvPr id="6" name="Shape 4"/>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sp>
      <p:sp>
        <p:nvSpPr>
          <p:cNvPr id="7" name="Shape 5"/>
          <p:cNvSpPr/>
          <p:nvPr/>
        </p:nvSpPr>
        <p:spPr>
          <a:xfrm>
            <a:off x="457200" y="868680"/>
            <a:ext cx="5943600" cy="256032"/>
          </a:xfrm>
          <a:prstGeom prst="rect">
            <a:avLst/>
          </a:prstGeom>
          <a:solidFill>
            <a:srgbClr val="F0EEE7"/>
          </a:solidFill>
          <a:ln w="9525">
            <a:solidFill>
              <a:srgbClr val="B9B6AC"/>
            </a:solidFill>
            <a:prstDash val="solid"/>
          </a:ln>
        </p:spPr>
      </p:sp>
      <p:sp>
        <p:nvSpPr>
          <p:cNvPr id="8" name="Shape 6"/>
          <p:cNvSpPr/>
          <p:nvPr/>
        </p:nvSpPr>
        <p:spPr>
          <a:xfrm>
            <a:off x="585216" y="960120"/>
            <a:ext cx="73152" cy="73152"/>
          </a:xfrm>
          <a:prstGeom prst="ellipse">
            <a:avLst/>
          </a:prstGeom>
          <a:solidFill>
            <a:srgbClr val="C7C4B9"/>
          </a:solidFill>
          <a:ln/>
        </p:spPr>
      </p:sp>
      <p:sp>
        <p:nvSpPr>
          <p:cNvPr id="9" name="Shape 7"/>
          <p:cNvSpPr/>
          <p:nvPr/>
        </p:nvSpPr>
        <p:spPr>
          <a:xfrm>
            <a:off x="731520" y="960120"/>
            <a:ext cx="73152" cy="73152"/>
          </a:xfrm>
          <a:prstGeom prst="ellipse">
            <a:avLst/>
          </a:prstGeom>
          <a:solidFill>
            <a:srgbClr val="C7C4B9"/>
          </a:solidFill>
          <a:ln/>
        </p:spPr>
      </p:sp>
      <p:sp>
        <p:nvSpPr>
          <p:cNvPr id="10" name="Shape 8"/>
          <p:cNvSpPr/>
          <p:nvPr/>
        </p:nvSpPr>
        <p:spPr>
          <a:xfrm>
            <a:off x="877824" y="960120"/>
            <a:ext cx="73152" cy="73152"/>
          </a:xfrm>
          <a:prstGeom prst="ellipse">
            <a:avLst/>
          </a:prstGeom>
          <a:solidFill>
            <a:srgbClr val="C7C4B9"/>
          </a:solidFill>
          <a:ln/>
        </p:spPr>
      </p:sp>
      <p:sp>
        <p:nvSpPr>
          <p:cNvPr id="11" name="Text 9"/>
          <p:cNvSpPr/>
          <p:nvPr/>
        </p:nvSpPr>
        <p:spPr>
          <a:xfrm>
            <a:off x="621792" y="1234440"/>
            <a:ext cx="291949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텍스트 영역</a:t>
            </a:r>
            <a:endParaRPr lang="en-US" sz="750"/>
          </a:p>
        </p:txBody>
      </p:sp>
      <p:sp>
        <p:nvSpPr>
          <p:cNvPr id="12" name="Text 10"/>
          <p:cNvSpPr/>
          <p:nvPr/>
        </p:nvSpPr>
        <p:spPr>
          <a:xfrm>
            <a:off x="3687592" y="1234440"/>
            <a:ext cx="25486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Activity 영역</a:t>
            </a:r>
            <a:endParaRPr lang="en-US" sz="750"/>
          </a:p>
        </p:txBody>
      </p:sp>
      <p:sp>
        <p:nvSpPr>
          <p:cNvPr id="13" name="Shape 11"/>
          <p:cNvSpPr/>
          <p:nvPr/>
        </p:nvSpPr>
        <p:spPr>
          <a:xfrm>
            <a:off x="621792" y="1417320"/>
            <a:ext cx="2919496" cy="3767328"/>
          </a:xfrm>
          <a:prstGeom prst="roundRect">
            <a:avLst>
              <a:gd name="adj" fmla="val 1566"/>
            </a:avLst>
          </a:prstGeom>
          <a:solidFill>
            <a:srgbClr val="F1EFE8"/>
          </a:solidFill>
          <a:ln w="9525">
            <a:solidFill>
              <a:srgbClr val="D9D7CE"/>
            </a:solidFill>
            <a:prstDash val="solid"/>
          </a:ln>
        </p:spPr>
      </p:sp>
      <p:sp>
        <p:nvSpPr>
          <p:cNvPr id="14" name="Text 12"/>
          <p:cNvSpPr/>
          <p:nvPr/>
        </p:nvSpPr>
        <p:spPr>
          <a:xfrm>
            <a:off x="713232" y="1472184"/>
            <a:ext cx="2736616" cy="3657600"/>
          </a:xfrm>
          <a:prstGeom prst="rect">
            <a:avLst/>
          </a:prstGeom>
          <a:noFill/>
          <a:ln/>
        </p:spPr>
        <p:txBody>
          <a:bodyPr wrap="square" lIns="0" tIns="0" rIns="0" bIns="0" rtlCol="0" anchor="t"/>
          <a:lstStyle/>
          <a:p>
            <a:r>
              <a:rPr lang="en-US" sz="800">
                <a:solidFill>
                  <a:srgbClr val="6D6A63"/>
                </a:solidFill>
                <a:latin typeface="Calibri"/>
                <a:ea typeface="Calibri"/>
                <a:cs typeface="Calibri"/>
              </a:rPr>
              <a:t>Violent video games are still blamed for real violence, though that link has never been proven. Today, the real question is whether kids should be allowed to play them at all.</a:t>
            </a:r>
            <a:endParaRPr lang="en-US" sz="800">
              <a:solidFill>
                <a:srgbClr val="000000"/>
              </a:solidFill>
              <a:latin typeface="Calibri"/>
              <a:ea typeface="Calibri"/>
              <a:cs typeface="Calibri"/>
            </a:endParaRPr>
          </a:p>
          <a:p>
            <a:endParaRPr lang="en-US" sz="800">
              <a:solidFill>
                <a:srgbClr val="000000"/>
              </a:solidFill>
              <a:latin typeface="Calibri"/>
              <a:ea typeface="Calibri"/>
              <a:cs typeface="Calibri"/>
            </a:endParaRPr>
          </a:p>
          <a:p>
            <a:pPr>
              <a:lnSpc>
                <a:spcPct val="114999"/>
              </a:lnSpc>
            </a:pPr>
            <a:r>
              <a:rPr lang="en-US" sz="800" b="1">
                <a:solidFill>
                  <a:schemeClr val="accent1"/>
                </a:solidFill>
                <a:latin typeface="Calibri"/>
                <a:ea typeface="Calibri"/>
                <a:cs typeface="Calibri"/>
              </a:rPr>
              <a:t>When it comes to mental health, violent video games deserve more credit than they get. Like all games, they tap into a child's love of play and imagination. By the time kids are old enough for "Teen"-rated games, most already know the difference between pretend and real life.</a:t>
            </a:r>
          </a:p>
        </p:txBody>
      </p:sp>
      <p:sp>
        <p:nvSpPr>
          <p:cNvPr id="15" name="Text 13"/>
          <p:cNvSpPr/>
          <p:nvPr/>
        </p:nvSpPr>
        <p:spPr>
          <a:xfrm>
            <a:off x="3687592" y="1435608"/>
            <a:ext cx="2743200" cy="201168"/>
          </a:xfrm>
          <a:prstGeom prst="rect">
            <a:avLst/>
          </a:prstGeom>
          <a:noFill/>
          <a:ln/>
        </p:spPr>
        <p:txBody>
          <a:bodyPr wrap="square" lIns="0" tIns="0" rIns="0" bIns="0" rtlCol="0" anchor="ctr"/>
          <a:lstStyle/>
          <a:p>
            <a:pPr marL="0" indent="0">
              <a:buNone/>
            </a:pPr>
            <a:r>
              <a:rPr lang="en-US" sz="850" b="1">
                <a:solidFill>
                  <a:srgbClr val="6D6A63"/>
                </a:solidFill>
                <a:latin typeface="Arial" pitchFamily="34" charset="0"/>
                <a:ea typeface="Arial" pitchFamily="34" charset="-122"/>
                <a:cs typeface="Arial" pitchFamily="34" charset="-120"/>
              </a:rPr>
              <a:t>인터랙션 · 드래그 정렬</a:t>
            </a:r>
            <a:endParaRPr lang="en-US" sz="850"/>
          </a:p>
        </p:txBody>
      </p:sp>
      <p:sp>
        <p:nvSpPr>
          <p:cNvPr id="16" name="Shape 14"/>
          <p:cNvSpPr/>
          <p:nvPr/>
        </p:nvSpPr>
        <p:spPr>
          <a:xfrm>
            <a:off x="3687592" y="1673352"/>
            <a:ext cx="2548616" cy="530352"/>
          </a:xfrm>
          <a:prstGeom prst="roundRect">
            <a:avLst>
              <a:gd name="adj" fmla="val 12069"/>
            </a:avLst>
          </a:prstGeom>
          <a:solidFill>
            <a:srgbClr val="EAF3DE"/>
          </a:solidFill>
          <a:ln w="12700">
            <a:solidFill>
              <a:srgbClr val="3B6D11"/>
            </a:solidFill>
            <a:prstDash val="dash"/>
          </a:ln>
        </p:spPr>
      </p:sp>
      <p:sp>
        <p:nvSpPr>
          <p:cNvPr id="17" name="Text 15"/>
          <p:cNvSpPr/>
          <p:nvPr/>
        </p:nvSpPr>
        <p:spPr>
          <a:xfrm>
            <a:off x="3779032" y="1673352"/>
            <a:ext cx="2365736" cy="530352"/>
          </a:xfrm>
          <a:prstGeom prst="rect">
            <a:avLst/>
          </a:prstGeom>
          <a:noFill/>
          <a:ln/>
        </p:spPr>
        <p:txBody>
          <a:bodyPr wrap="square" lIns="0" tIns="0" rIns="0" bIns="0" rtlCol="0" anchor="ctr"/>
          <a:lstStyle/>
          <a:p>
            <a:pPr marL="0" indent="0">
              <a:lnSpc>
                <a:spcPct val="100000"/>
              </a:lnSpc>
              <a:buNone/>
            </a:pPr>
            <a:r>
              <a:rPr lang="en-US" sz="750" err="1">
                <a:solidFill>
                  <a:srgbClr val="27500A"/>
                </a:solidFill>
                <a:latin typeface="Arial"/>
                <a:ea typeface="Arial" pitchFamily="34" charset="-122"/>
                <a:cs typeface="Arial"/>
              </a:rPr>
              <a:t>정신</a:t>
            </a:r>
            <a:r>
              <a:rPr lang="en-US" sz="750">
                <a:solidFill>
                  <a:srgbClr val="27500A"/>
                </a:solidFill>
                <a:latin typeface="Arial"/>
                <a:ea typeface="Arial" pitchFamily="34" charset="-122"/>
                <a:cs typeface="Arial"/>
              </a:rPr>
              <a:t> </a:t>
            </a:r>
            <a:r>
              <a:rPr lang="en-US" sz="750" err="1">
                <a:solidFill>
                  <a:srgbClr val="27500A"/>
                </a:solidFill>
                <a:latin typeface="Arial"/>
                <a:ea typeface="Arial" pitchFamily="34" charset="-122"/>
                <a:cs typeface="Arial"/>
              </a:rPr>
              <a:t>건강</a:t>
            </a:r>
            <a:r>
              <a:rPr lang="en-US" sz="750">
                <a:solidFill>
                  <a:srgbClr val="27500A"/>
                </a:solidFill>
                <a:latin typeface="Arial"/>
                <a:ea typeface="Arial" pitchFamily="34" charset="-122"/>
                <a:cs typeface="Arial"/>
              </a:rPr>
              <a:t> </a:t>
            </a:r>
            <a:r>
              <a:rPr lang="en-US" sz="750" err="1">
                <a:solidFill>
                  <a:srgbClr val="27500A"/>
                </a:solidFill>
                <a:latin typeface="Arial"/>
                <a:ea typeface="Arial" pitchFamily="34" charset="-122"/>
                <a:cs typeface="Arial"/>
              </a:rPr>
              <a:t>측면에서</a:t>
            </a:r>
            <a:r>
              <a:rPr lang="en-US" sz="750">
                <a:solidFill>
                  <a:srgbClr val="27500A"/>
                </a:solidFill>
                <a:latin typeface="Arial"/>
                <a:ea typeface="Arial" pitchFamily="34" charset="-122"/>
                <a:cs typeface="Arial"/>
              </a:rPr>
              <a:t> </a:t>
            </a:r>
            <a:r>
              <a:rPr lang="en-US" sz="750" err="1">
                <a:solidFill>
                  <a:srgbClr val="27500A"/>
                </a:solidFill>
                <a:latin typeface="Arial"/>
                <a:ea typeface="Arial" pitchFamily="34" charset="-122"/>
                <a:cs typeface="Arial"/>
              </a:rPr>
              <a:t>게임의</a:t>
            </a:r>
            <a:r>
              <a:rPr lang="en-US" sz="750">
                <a:solidFill>
                  <a:srgbClr val="27500A"/>
                </a:solidFill>
                <a:latin typeface="Arial"/>
                <a:ea typeface="Arial" pitchFamily="34" charset="-122"/>
                <a:cs typeface="Arial"/>
              </a:rPr>
              <a:t> </a:t>
            </a:r>
            <a:r>
              <a:rPr lang="en-US" sz="750" err="1">
                <a:solidFill>
                  <a:srgbClr val="27500A"/>
                </a:solidFill>
                <a:latin typeface="Arial"/>
                <a:ea typeface="Arial" pitchFamily="34" charset="-122"/>
                <a:cs typeface="Arial"/>
              </a:rPr>
              <a:t>장점이</a:t>
            </a:r>
            <a:r>
              <a:rPr lang="en-US" sz="750">
                <a:solidFill>
                  <a:srgbClr val="27500A"/>
                </a:solidFill>
                <a:latin typeface="Arial"/>
                <a:ea typeface="Arial" pitchFamily="34" charset="-122"/>
                <a:cs typeface="Arial"/>
              </a:rPr>
              <a:t> 더 </a:t>
            </a:r>
            <a:r>
              <a:rPr lang="en-US" sz="750" err="1">
                <a:solidFill>
                  <a:srgbClr val="27500A"/>
                </a:solidFill>
                <a:latin typeface="Arial"/>
                <a:ea typeface="Arial" pitchFamily="34" charset="-122"/>
                <a:cs typeface="Arial"/>
              </a:rPr>
              <a:t>인정받아야</a:t>
            </a:r>
            <a:r>
              <a:rPr lang="en-US" sz="750">
                <a:solidFill>
                  <a:srgbClr val="27500A"/>
                </a:solidFill>
                <a:latin typeface="Arial"/>
                <a:ea typeface="Arial" pitchFamily="34" charset="-122"/>
                <a:cs typeface="Arial"/>
              </a:rPr>
              <a:t> </a:t>
            </a:r>
            <a:r>
              <a:rPr lang="en-US" sz="750" err="1">
                <a:solidFill>
                  <a:srgbClr val="27500A"/>
                </a:solidFill>
                <a:latin typeface="Arial"/>
                <a:ea typeface="Arial" pitchFamily="34" charset="-122"/>
                <a:cs typeface="Arial"/>
              </a:rPr>
              <a:t>한다</a:t>
            </a:r>
            <a:r>
              <a:rPr lang="en-US" sz="750">
                <a:solidFill>
                  <a:srgbClr val="27500A"/>
                </a:solidFill>
                <a:latin typeface="Arial"/>
                <a:ea typeface="Arial" pitchFamily="34" charset="-122"/>
                <a:cs typeface="Arial"/>
              </a:rPr>
              <a:t>.</a:t>
            </a:r>
            <a:endParaRPr lang="en-US" sz="750" err="1">
              <a:latin typeface="Arial"/>
              <a:cs typeface="Arial"/>
            </a:endParaRPr>
          </a:p>
        </p:txBody>
      </p:sp>
      <p:sp>
        <p:nvSpPr>
          <p:cNvPr id="18" name="Text 16"/>
          <p:cNvSpPr/>
          <p:nvPr/>
        </p:nvSpPr>
        <p:spPr>
          <a:xfrm>
            <a:off x="4824740" y="2194560"/>
            <a:ext cx="274320" cy="146304"/>
          </a:xfrm>
          <a:prstGeom prst="rect">
            <a:avLst/>
          </a:prstGeom>
          <a:noFill/>
          <a:ln/>
        </p:spPr>
        <p:txBody>
          <a:bodyPr wrap="square" lIns="0" tIns="0" rIns="0" bIns="0" rtlCol="0" anchor="ctr"/>
          <a:lstStyle/>
          <a:p>
            <a:pPr marL="0" indent="0" algn="ctr">
              <a:buNone/>
            </a:pPr>
            <a:r>
              <a:rPr lang="en-US" sz="900">
                <a:solidFill>
                  <a:srgbClr val="6D6A63"/>
                </a:solidFill>
                <a:latin typeface="Arial" pitchFamily="34" charset="0"/>
                <a:ea typeface="Arial" pitchFamily="34" charset="-122"/>
                <a:cs typeface="Arial" pitchFamily="34" charset="-120"/>
              </a:rPr>
              <a:t>↕</a:t>
            </a:r>
            <a:endParaRPr lang="en-US" sz="900"/>
          </a:p>
        </p:txBody>
      </p:sp>
      <p:sp>
        <p:nvSpPr>
          <p:cNvPr id="19" name="Shape 17"/>
          <p:cNvSpPr/>
          <p:nvPr/>
        </p:nvSpPr>
        <p:spPr>
          <a:xfrm>
            <a:off x="3687592" y="2286000"/>
            <a:ext cx="2548616" cy="530352"/>
          </a:xfrm>
          <a:prstGeom prst="roundRect">
            <a:avLst>
              <a:gd name="adj" fmla="val 12069"/>
            </a:avLst>
          </a:prstGeom>
          <a:solidFill>
            <a:srgbClr val="EAF3DE"/>
          </a:solidFill>
          <a:ln w="12700">
            <a:solidFill>
              <a:srgbClr val="3B6D11"/>
            </a:solidFill>
            <a:prstDash val="dash"/>
          </a:ln>
        </p:spPr>
      </p:sp>
      <p:sp>
        <p:nvSpPr>
          <p:cNvPr id="20" name="Text 18"/>
          <p:cNvSpPr/>
          <p:nvPr/>
        </p:nvSpPr>
        <p:spPr>
          <a:xfrm>
            <a:off x="3779032" y="2286000"/>
            <a:ext cx="2365736" cy="530352"/>
          </a:xfrm>
          <a:prstGeom prst="rect">
            <a:avLst/>
          </a:prstGeom>
          <a:noFill/>
          <a:ln/>
        </p:spPr>
        <p:txBody>
          <a:bodyPr wrap="square" lIns="0" tIns="0" rIns="0" bIns="0" rtlCol="0" anchor="ctr"/>
          <a:lstStyle/>
          <a:p>
            <a:pPr marL="0" indent="0">
              <a:lnSpc>
                <a:spcPct val="100000"/>
              </a:lnSpc>
              <a:buNone/>
            </a:pPr>
            <a:r>
              <a:rPr lang="en-US" sz="750" err="1">
                <a:solidFill>
                  <a:srgbClr val="27500A"/>
                </a:solidFill>
                <a:latin typeface="Arial"/>
                <a:ea typeface="Arial" pitchFamily="34" charset="-122"/>
                <a:cs typeface="Arial"/>
              </a:rPr>
              <a:t>아이의</a:t>
            </a:r>
            <a:r>
              <a:rPr lang="en-US" sz="750">
                <a:solidFill>
                  <a:srgbClr val="27500A"/>
                </a:solidFill>
                <a:latin typeface="Arial"/>
                <a:ea typeface="Arial" pitchFamily="34" charset="-122"/>
                <a:cs typeface="Arial"/>
              </a:rPr>
              <a:t> </a:t>
            </a:r>
            <a:r>
              <a:rPr lang="en-US" sz="750" err="1">
                <a:solidFill>
                  <a:srgbClr val="27500A"/>
                </a:solidFill>
                <a:latin typeface="Arial"/>
                <a:ea typeface="Arial" pitchFamily="34" charset="-122"/>
                <a:cs typeface="Arial"/>
              </a:rPr>
              <a:t>놀이·상상력</a:t>
            </a:r>
            <a:r>
              <a:rPr lang="en-US" sz="750">
                <a:solidFill>
                  <a:srgbClr val="27500A"/>
                </a:solidFill>
                <a:latin typeface="Arial"/>
                <a:ea typeface="Arial" pitchFamily="34" charset="-122"/>
                <a:cs typeface="Arial"/>
              </a:rPr>
              <a:t> </a:t>
            </a:r>
            <a:r>
              <a:rPr lang="en-US" sz="750" err="1">
                <a:solidFill>
                  <a:srgbClr val="27500A"/>
                </a:solidFill>
                <a:latin typeface="Arial"/>
                <a:ea typeface="Arial" pitchFamily="34" charset="-122"/>
                <a:cs typeface="Arial"/>
              </a:rPr>
              <a:t>욕구와</a:t>
            </a:r>
            <a:r>
              <a:rPr lang="en-US" sz="750">
                <a:solidFill>
                  <a:srgbClr val="27500A"/>
                </a:solidFill>
                <a:latin typeface="Arial"/>
                <a:ea typeface="Arial" pitchFamily="34" charset="-122"/>
                <a:cs typeface="Arial"/>
              </a:rPr>
              <a:t> </a:t>
            </a:r>
            <a:r>
              <a:rPr lang="en-US" sz="750" err="1">
                <a:solidFill>
                  <a:srgbClr val="27500A"/>
                </a:solidFill>
                <a:latin typeface="Arial"/>
                <a:ea typeface="Arial" pitchFamily="34" charset="-122"/>
                <a:cs typeface="Arial"/>
              </a:rPr>
              <a:t>연결된다</a:t>
            </a:r>
            <a:r>
              <a:rPr lang="en-US" sz="750">
                <a:solidFill>
                  <a:srgbClr val="27500A"/>
                </a:solidFill>
                <a:latin typeface="Arial"/>
                <a:ea typeface="Arial" pitchFamily="34" charset="-122"/>
                <a:cs typeface="Arial"/>
              </a:rPr>
              <a:t>.</a:t>
            </a:r>
            <a:endParaRPr lang="en-US" sz="750" err="1">
              <a:latin typeface="Arial"/>
              <a:cs typeface="Arial"/>
            </a:endParaRPr>
          </a:p>
        </p:txBody>
      </p:sp>
      <p:sp>
        <p:nvSpPr>
          <p:cNvPr id="21" name="Text 19"/>
          <p:cNvSpPr/>
          <p:nvPr/>
        </p:nvSpPr>
        <p:spPr>
          <a:xfrm>
            <a:off x="4824740" y="2807208"/>
            <a:ext cx="274320" cy="146304"/>
          </a:xfrm>
          <a:prstGeom prst="rect">
            <a:avLst/>
          </a:prstGeom>
          <a:noFill/>
          <a:ln/>
        </p:spPr>
        <p:txBody>
          <a:bodyPr wrap="square" lIns="0" tIns="0" rIns="0" bIns="0" rtlCol="0" anchor="ctr"/>
          <a:lstStyle/>
          <a:p>
            <a:pPr marL="0" indent="0" algn="ctr">
              <a:buNone/>
            </a:pPr>
            <a:r>
              <a:rPr lang="en-US" sz="900">
                <a:solidFill>
                  <a:srgbClr val="6D6A63"/>
                </a:solidFill>
                <a:latin typeface="Arial" pitchFamily="34" charset="0"/>
                <a:ea typeface="Arial" pitchFamily="34" charset="-122"/>
                <a:cs typeface="Arial" pitchFamily="34" charset="-120"/>
              </a:rPr>
              <a:t>↕</a:t>
            </a:r>
            <a:endParaRPr lang="en-US" sz="900"/>
          </a:p>
        </p:txBody>
      </p:sp>
      <p:sp>
        <p:nvSpPr>
          <p:cNvPr id="22" name="Shape 20"/>
          <p:cNvSpPr/>
          <p:nvPr/>
        </p:nvSpPr>
        <p:spPr>
          <a:xfrm>
            <a:off x="3687592" y="2898648"/>
            <a:ext cx="2548616" cy="530352"/>
          </a:xfrm>
          <a:prstGeom prst="roundRect">
            <a:avLst>
              <a:gd name="adj" fmla="val 12069"/>
            </a:avLst>
          </a:prstGeom>
          <a:solidFill>
            <a:srgbClr val="EAF3DE"/>
          </a:solidFill>
          <a:ln w="12700">
            <a:solidFill>
              <a:srgbClr val="3B6D11"/>
            </a:solidFill>
            <a:prstDash val="dash"/>
          </a:ln>
        </p:spPr>
      </p:sp>
      <p:sp>
        <p:nvSpPr>
          <p:cNvPr id="23" name="Text 21"/>
          <p:cNvSpPr/>
          <p:nvPr/>
        </p:nvSpPr>
        <p:spPr>
          <a:xfrm>
            <a:off x="3779032" y="2898648"/>
            <a:ext cx="2365736" cy="530352"/>
          </a:xfrm>
          <a:prstGeom prst="rect">
            <a:avLst/>
          </a:prstGeom>
          <a:noFill/>
          <a:ln/>
        </p:spPr>
        <p:txBody>
          <a:bodyPr wrap="square" lIns="0" tIns="0" rIns="0" bIns="0" rtlCol="0" anchor="ctr"/>
          <a:lstStyle/>
          <a:p>
            <a:r>
              <a:rPr lang="ko-KR" altLang="en-US" sz="800">
                <a:solidFill>
                  <a:srgbClr val="0C447C"/>
                </a:solidFill>
                <a:latin typeface="Arial"/>
                <a:ea typeface="Arial" pitchFamily="34" charset="-122"/>
                <a:cs typeface="Arial"/>
              </a:rPr>
              <a:t>아이들은</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충분히</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성장했기</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때문에</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상상과</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진짜</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세계의</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차이를</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안다</a:t>
            </a:r>
            <a:r>
              <a:rPr lang="en-US" sz="800">
                <a:solidFill>
                  <a:srgbClr val="0C447C"/>
                </a:solidFill>
                <a:latin typeface="Arial"/>
                <a:ea typeface="Arial" pitchFamily="34" charset="-122"/>
                <a:cs typeface="Arial"/>
              </a:rPr>
              <a:t>.</a:t>
            </a:r>
            <a:endParaRPr lang="en-US"/>
          </a:p>
        </p:txBody>
      </p:sp>
      <p:sp>
        <p:nvSpPr>
          <p:cNvPr id="24" name="Text 22"/>
          <p:cNvSpPr/>
          <p:nvPr/>
        </p:nvSpPr>
        <p:spPr>
          <a:xfrm>
            <a:off x="621792" y="5312664"/>
            <a:ext cx="56144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튜터링 영역</a:t>
            </a:r>
            <a:endParaRPr lang="en-US" sz="750"/>
          </a:p>
        </p:txBody>
      </p:sp>
      <p:sp>
        <p:nvSpPr>
          <p:cNvPr id="25" name="Shape 23"/>
          <p:cNvSpPr/>
          <p:nvPr/>
        </p:nvSpPr>
        <p:spPr>
          <a:xfrm>
            <a:off x="621792" y="5495544"/>
            <a:ext cx="5614416" cy="566928"/>
          </a:xfrm>
          <a:prstGeom prst="roundRect">
            <a:avLst>
              <a:gd name="adj" fmla="val 19355"/>
            </a:avLst>
          </a:prstGeom>
          <a:solidFill>
            <a:srgbClr val="E6F1FB"/>
          </a:solidFill>
          <a:ln w="9525">
            <a:solidFill>
              <a:srgbClr val="185FA5"/>
            </a:solidFill>
            <a:prstDash val="solid"/>
          </a:ln>
        </p:spPr>
      </p:sp>
      <p:sp>
        <p:nvSpPr>
          <p:cNvPr id="26" name="Text 24"/>
          <p:cNvSpPr/>
          <p:nvPr/>
        </p:nvSpPr>
        <p:spPr>
          <a:xfrm>
            <a:off x="749808" y="5495544"/>
            <a:ext cx="5358384" cy="566928"/>
          </a:xfrm>
          <a:prstGeom prst="rect">
            <a:avLst/>
          </a:prstGeom>
          <a:noFill/>
          <a:ln/>
        </p:spPr>
        <p:txBody>
          <a:bodyPr wrap="square" lIns="0" tIns="0" rIns="0" bIns="0" rtlCol="0" anchor="ctr"/>
          <a:lstStyle/>
          <a:p>
            <a:pPr>
              <a:lnSpc>
                <a:spcPct val="105000"/>
              </a:lnSpc>
            </a:pPr>
            <a:r>
              <a:rPr lang="en-US" sz="900" b="1" dirty="0">
                <a:solidFill>
                  <a:srgbClr val="185FA5"/>
                </a:solidFill>
                <a:latin typeface="Arial"/>
                <a:ea typeface="Arial" pitchFamily="34" charset="-122"/>
                <a:cs typeface="Arial"/>
              </a:rPr>
              <a:t>🎙 </a:t>
            </a:r>
            <a:r>
              <a:rPr lang="en-US" sz="900" b="1" dirty="0" err="1">
                <a:solidFill>
                  <a:srgbClr val="185FA5"/>
                </a:solidFill>
                <a:latin typeface="Arial"/>
                <a:ea typeface="Arial" pitchFamily="34" charset="-122"/>
                <a:cs typeface="Arial"/>
              </a:rPr>
              <a:t>튜터</a:t>
            </a:r>
            <a:r>
              <a:rPr lang="en-US" sz="900" b="1" dirty="0">
                <a:solidFill>
                  <a:srgbClr val="185FA5"/>
                </a:solidFill>
                <a:latin typeface="Arial"/>
                <a:ea typeface="Arial" pitchFamily="34" charset="-122"/>
                <a:cs typeface="Arial"/>
              </a:rPr>
              <a:t>  </a:t>
            </a:r>
            <a:r>
              <a:rPr lang="ko-KR" altLang="en-US" sz="900" dirty="0">
                <a:solidFill>
                  <a:srgbClr val="185FA5"/>
                </a:solidFill>
                <a:latin typeface="Arial"/>
                <a:ea typeface="Arial" pitchFamily="34" charset="-122"/>
                <a:cs typeface="Arial"/>
              </a:rPr>
              <a:t>그럼</a:t>
            </a:r>
            <a:r>
              <a:rPr lang="en-US" altLang="ko-KR" sz="900" dirty="0">
                <a:solidFill>
                  <a:srgbClr val="185FA5"/>
                </a:solidFill>
                <a:latin typeface="Arial"/>
                <a:ea typeface="Arial" pitchFamily="34" charset="-122"/>
                <a:cs typeface="Arial"/>
              </a:rPr>
              <a:t>, </a:t>
            </a:r>
            <a:r>
              <a:rPr lang="ko-KR" altLang="en-US" sz="900" dirty="0">
                <a:solidFill>
                  <a:srgbClr val="185FA5"/>
                </a:solidFill>
                <a:latin typeface="Arial"/>
                <a:ea typeface="Arial" pitchFamily="34" charset="-122"/>
                <a:cs typeface="Arial"/>
              </a:rPr>
              <a:t>이번엔 다른 문장 해석을 같이 보자. 글에 나온 순서대로 해석을 배열해봐.</a:t>
            </a:r>
            <a:endParaRPr lang="en-US" altLang="ko-KR" sz="900" dirty="0">
              <a:solidFill>
                <a:srgbClr val="185FA5"/>
              </a:solidFill>
              <a:latin typeface="Arial"/>
              <a:ea typeface="맑은 고딕"/>
              <a:cs typeface="Arial"/>
            </a:endParaRPr>
          </a:p>
        </p:txBody>
      </p:sp>
      <p:sp>
        <p:nvSpPr>
          <p:cNvPr id="27" name="Text 25"/>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28" name="Text 26"/>
          <p:cNvSpPr/>
          <p:nvPr/>
        </p:nvSpPr>
        <p:spPr>
          <a:xfrm>
            <a:off x="6720840" y="1088136"/>
            <a:ext cx="5029200" cy="365760"/>
          </a:xfrm>
          <a:prstGeom prst="rect">
            <a:avLst/>
          </a:prstGeom>
          <a:noFill/>
          <a:ln/>
        </p:spPr>
        <p:txBody>
          <a:bodyPr wrap="square" lIns="0" tIns="0" rIns="0" bIns="0" rtlCol="0" anchor="ctr"/>
          <a:lstStyle/>
          <a:p>
            <a:pPr marL="0" indent="0">
              <a:lnSpc>
                <a:spcPct val="110000"/>
              </a:lnSpc>
              <a:buNone/>
            </a:pPr>
            <a:r>
              <a:rPr lang="en-US" sz="1200" b="1">
                <a:solidFill>
                  <a:srgbClr val="26221C"/>
                </a:solidFill>
                <a:latin typeface="Arial" pitchFamily="34" charset="0"/>
                <a:ea typeface="Arial" pitchFamily="34" charset="-122"/>
                <a:cs typeface="Arial" pitchFamily="34" charset="-120"/>
              </a:rPr>
              <a:t>문장의 논리적 순서를 직접 재구성한다.</a:t>
            </a:r>
            <a:endParaRPr lang="en-US" sz="1200"/>
          </a:p>
        </p:txBody>
      </p:sp>
      <p:sp>
        <p:nvSpPr>
          <p:cNvPr id="29" name="Shape 27"/>
          <p:cNvSpPr/>
          <p:nvPr/>
        </p:nvSpPr>
        <p:spPr>
          <a:xfrm>
            <a:off x="6720840" y="1591056"/>
            <a:ext cx="5029200" cy="822960"/>
          </a:xfrm>
          <a:prstGeom prst="roundRect">
            <a:avLst>
              <a:gd name="adj" fmla="val 6667"/>
            </a:avLst>
          </a:prstGeom>
          <a:solidFill>
            <a:srgbClr val="EAF3DE"/>
          </a:solidFill>
          <a:ln w="9525">
            <a:solidFill>
              <a:srgbClr val="3B6D11"/>
            </a:solidFill>
            <a:prstDash val="solid"/>
          </a:ln>
        </p:spPr>
      </p:sp>
      <p:sp>
        <p:nvSpPr>
          <p:cNvPr id="30" name="Text 28"/>
          <p:cNvSpPr/>
          <p:nvPr/>
        </p:nvSpPr>
        <p:spPr>
          <a:xfrm>
            <a:off x="6848856" y="1645920"/>
            <a:ext cx="4773168" cy="713232"/>
          </a:xfrm>
          <a:prstGeom prst="rect">
            <a:avLst/>
          </a:prstGeom>
          <a:noFill/>
          <a:ln/>
        </p:spPr>
        <p:txBody>
          <a:bodyPr wrap="square" lIns="0" tIns="0" rIns="0" bIns="0" rtlCol="0" anchor="t"/>
          <a:lstStyle/>
          <a:p>
            <a:pPr marL="0" indent="0">
              <a:lnSpc>
                <a:spcPct val="115000"/>
              </a:lnSpc>
              <a:buNone/>
            </a:pPr>
            <a:r>
              <a:rPr lang="en-US" sz="1000" b="1" err="1">
                <a:solidFill>
                  <a:srgbClr val="27500A"/>
                </a:solidFill>
                <a:latin typeface="Arial"/>
                <a:ea typeface="Arial" pitchFamily="34" charset="-122"/>
                <a:cs typeface="Arial"/>
              </a:rPr>
              <a:t>정답</a:t>
            </a:r>
            <a:r>
              <a:rPr lang="en-US" sz="1000" b="1">
                <a:solidFill>
                  <a:srgbClr val="27500A"/>
                </a:solidFill>
                <a:latin typeface="Arial"/>
                <a:ea typeface="Arial" pitchFamily="34" charset="-122"/>
                <a:cs typeface="Arial"/>
              </a:rPr>
              <a:t>(CA1) 시  </a:t>
            </a:r>
            <a:r>
              <a:rPr lang="en-US" sz="1000" err="1">
                <a:solidFill>
                  <a:srgbClr val="27500A"/>
                </a:solidFill>
                <a:latin typeface="Arial"/>
                <a:ea typeface="Arial" pitchFamily="34" charset="-122"/>
                <a:cs typeface="Arial"/>
              </a:rPr>
              <a:t>정답</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순서</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배치</a:t>
            </a:r>
            <a:r>
              <a:rPr lang="en-US" sz="1000">
                <a:solidFill>
                  <a:srgbClr val="27500A"/>
                </a:solidFill>
                <a:latin typeface="Arial"/>
                <a:ea typeface="Arial" pitchFamily="34" charset="-122"/>
                <a:cs typeface="Arial"/>
              </a:rPr>
              <a:t> → </a:t>
            </a:r>
            <a:r>
              <a:rPr lang="en-US" sz="1000" err="1">
                <a:solidFill>
                  <a:srgbClr val="27500A"/>
                </a:solidFill>
                <a:latin typeface="Arial"/>
                <a:ea typeface="Arial" pitchFamily="34" charset="-122"/>
                <a:cs typeface="Arial"/>
              </a:rPr>
              <a:t>확인</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반응</a:t>
            </a:r>
            <a:r>
              <a:rPr lang="en-US" sz="1000">
                <a:solidFill>
                  <a:srgbClr val="27500A"/>
                </a:solidFill>
                <a:latin typeface="Arial"/>
                <a:ea typeface="Arial" pitchFamily="34" charset="-122"/>
                <a:cs typeface="Arial"/>
              </a:rPr>
              <a:t> 후 </a:t>
            </a:r>
            <a:r>
              <a:rPr lang="en-US" sz="1000" err="1">
                <a:solidFill>
                  <a:srgbClr val="27500A"/>
                </a:solidFill>
                <a:latin typeface="Arial"/>
                <a:ea typeface="Arial" pitchFamily="34" charset="-122"/>
                <a:cs typeface="Arial"/>
              </a:rPr>
              <a:t>다음</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단계로</a:t>
            </a:r>
            <a:r>
              <a:rPr lang="en-US" sz="1000">
                <a:solidFill>
                  <a:srgbClr val="27500A"/>
                </a:solidFill>
                <a:latin typeface="Arial"/>
                <a:ea typeface="Arial" pitchFamily="34" charset="-122"/>
                <a:cs typeface="Arial"/>
              </a:rPr>
              <a:t>.</a:t>
            </a:r>
          </a:p>
          <a:p>
            <a:pPr>
              <a:lnSpc>
                <a:spcPct val="114999"/>
              </a:lnSpc>
            </a:pPr>
            <a:endParaRPr lang="en-US" sz="1000">
              <a:solidFill>
                <a:srgbClr val="27500A"/>
              </a:solidFill>
              <a:latin typeface="Arial"/>
              <a:cs typeface="Arial"/>
            </a:endParaRPr>
          </a:p>
          <a:p>
            <a:pPr>
              <a:lnSpc>
                <a:spcPct val="114999"/>
              </a:lnSpc>
            </a:pPr>
            <a:r>
              <a:rPr lang="ko-KR" altLang="en-US" sz="1000">
                <a:solidFill>
                  <a:srgbClr val="27500A"/>
                </a:solidFill>
                <a:latin typeface="Arial"/>
                <a:ea typeface="맑은 고딕"/>
                <a:cs typeface="Arial"/>
              </a:rPr>
              <a:t>*정답 배치는 현재 액티비티 영역 순서와 동일</a:t>
            </a:r>
          </a:p>
        </p:txBody>
      </p:sp>
      <p:sp>
        <p:nvSpPr>
          <p:cNvPr id="31" name="Shape 29"/>
          <p:cNvSpPr/>
          <p:nvPr/>
        </p:nvSpPr>
        <p:spPr>
          <a:xfrm>
            <a:off x="6720840" y="2523744"/>
            <a:ext cx="5029200" cy="822960"/>
          </a:xfrm>
          <a:prstGeom prst="roundRect">
            <a:avLst>
              <a:gd name="adj" fmla="val 6667"/>
            </a:avLst>
          </a:prstGeom>
          <a:solidFill>
            <a:srgbClr val="FAECE7"/>
          </a:solidFill>
          <a:ln w="9525">
            <a:solidFill>
              <a:srgbClr val="993C1D"/>
            </a:solidFill>
            <a:prstDash val="solid"/>
          </a:ln>
        </p:spPr>
      </p:sp>
      <p:sp>
        <p:nvSpPr>
          <p:cNvPr id="32" name="Text 30"/>
          <p:cNvSpPr/>
          <p:nvPr/>
        </p:nvSpPr>
        <p:spPr>
          <a:xfrm>
            <a:off x="6848856" y="2578608"/>
            <a:ext cx="4773168" cy="713232"/>
          </a:xfrm>
          <a:prstGeom prst="rect">
            <a:avLst/>
          </a:prstGeom>
          <a:noFill/>
          <a:ln/>
        </p:spPr>
        <p:txBody>
          <a:bodyPr wrap="square" lIns="0" tIns="0" rIns="0" bIns="0" rtlCol="0" anchor="t"/>
          <a:lstStyle/>
          <a:p>
            <a:pPr>
              <a:lnSpc>
                <a:spcPct val="115000"/>
              </a:lnSpc>
            </a:pPr>
            <a:r>
              <a:rPr lang="en-US" sz="1000" b="1" err="1">
                <a:solidFill>
                  <a:srgbClr val="712B13"/>
                </a:solidFill>
                <a:latin typeface="Arial"/>
                <a:ea typeface="Arial" pitchFamily="34" charset="-122"/>
                <a:cs typeface="Arial"/>
              </a:rPr>
              <a:t>오답</a:t>
            </a:r>
            <a:r>
              <a:rPr lang="en-US" sz="1000" b="1">
                <a:solidFill>
                  <a:srgbClr val="712B13"/>
                </a:solidFill>
                <a:latin typeface="Arial"/>
                <a:ea typeface="Arial" pitchFamily="34" charset="-122"/>
                <a:cs typeface="Arial"/>
              </a:rPr>
              <a:t>/</a:t>
            </a:r>
            <a:r>
              <a:rPr lang="en-US" sz="1000" b="1" err="1">
                <a:solidFill>
                  <a:srgbClr val="712B13"/>
                </a:solidFill>
                <a:latin typeface="Arial"/>
                <a:ea typeface="Arial" pitchFamily="34" charset="-122"/>
                <a:cs typeface="Arial"/>
              </a:rPr>
              <a:t>망설임</a:t>
            </a:r>
            <a:r>
              <a:rPr lang="en-US" sz="1000" b="1">
                <a:solidFill>
                  <a:srgbClr val="712B13"/>
                </a:solidFill>
                <a:latin typeface="Arial"/>
                <a:ea typeface="Arial" pitchFamily="34" charset="-122"/>
                <a:cs typeface="Arial"/>
              </a:rPr>
              <a:t>(CA2) 시  </a:t>
            </a:r>
            <a:r>
              <a:rPr lang="en-US" sz="1000" err="1">
                <a:solidFill>
                  <a:srgbClr val="712B13"/>
                </a:solidFill>
                <a:latin typeface="Arial"/>
                <a:ea typeface="Arial" pitchFamily="34" charset="-122"/>
                <a:cs typeface="Arial"/>
              </a:rPr>
              <a:t>순서</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오답</a:t>
            </a:r>
            <a:r>
              <a:rPr lang="en-US" sz="1000">
                <a:solidFill>
                  <a:srgbClr val="712B13"/>
                </a:solidFill>
                <a:latin typeface="Arial"/>
                <a:ea typeface="Arial" pitchFamily="34" charset="-122"/>
                <a:cs typeface="Arial"/>
              </a:rPr>
              <a:t> → </a:t>
            </a:r>
            <a:r>
              <a:rPr lang="en-US" sz="1000" err="1">
                <a:solidFill>
                  <a:srgbClr val="712B13"/>
                </a:solidFill>
                <a:latin typeface="Arial"/>
                <a:ea typeface="Arial" pitchFamily="34" charset="-122"/>
                <a:cs typeface="Arial"/>
              </a:rPr>
              <a:t>다시</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읽어보라고</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유도</a:t>
            </a:r>
            <a:r>
              <a:rPr lang="en-US" sz="1000">
                <a:solidFill>
                  <a:srgbClr val="712B13"/>
                </a:solidFill>
                <a:latin typeface="Arial"/>
                <a:ea typeface="Arial" pitchFamily="34" charset="-122"/>
                <a:cs typeface="Arial"/>
              </a:rPr>
              <a:t> (</a:t>
            </a:r>
            <a:r>
              <a:rPr lang="ko-KR" altLang="en-US" sz="1000">
                <a:solidFill>
                  <a:srgbClr val="712B13"/>
                </a:solidFill>
                <a:latin typeface="Arial"/>
                <a:ea typeface="Arial" pitchFamily="34" charset="-122"/>
                <a:cs typeface="Arial"/>
              </a:rPr>
              <a:t>스캐폴딩</a:t>
            </a:r>
            <a:r>
              <a:rPr lang="en-US" sz="1000">
                <a:solidFill>
                  <a:srgbClr val="712B13"/>
                </a:solidFill>
                <a:latin typeface="Arial"/>
                <a:ea typeface="Arial" pitchFamily="34" charset="-122"/>
                <a:cs typeface="Arial"/>
              </a:rPr>
              <a:t>) → </a:t>
            </a:r>
            <a:r>
              <a:rPr lang="en-US" sz="1000" err="1">
                <a:solidFill>
                  <a:srgbClr val="712B13"/>
                </a:solidFill>
                <a:latin typeface="Arial"/>
                <a:ea typeface="Arial" pitchFamily="34" charset="-122"/>
                <a:cs typeface="Arial"/>
              </a:rPr>
              <a:t>재도전</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틀리면</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정답</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자동</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배치</a:t>
            </a:r>
            <a:r>
              <a:rPr lang="en-US" sz="1000">
                <a:solidFill>
                  <a:srgbClr val="712B13"/>
                </a:solidFill>
                <a:latin typeface="Arial"/>
                <a:ea typeface="Arial" pitchFamily="34" charset="-122"/>
                <a:cs typeface="Arial"/>
              </a:rPr>
              <a:t> 후 </a:t>
            </a:r>
            <a:r>
              <a:rPr lang="en-US" sz="1000" err="1">
                <a:solidFill>
                  <a:srgbClr val="712B13"/>
                </a:solidFill>
                <a:latin typeface="Arial"/>
                <a:ea typeface="Arial" pitchFamily="34" charset="-122"/>
                <a:cs typeface="Arial"/>
              </a:rPr>
              <a:t>진행</a:t>
            </a:r>
            <a:r>
              <a:rPr lang="en-US" sz="1000">
                <a:solidFill>
                  <a:srgbClr val="712B13"/>
                </a:solidFill>
                <a:latin typeface="Arial"/>
                <a:ea typeface="Arial" pitchFamily="34" charset="-122"/>
                <a:cs typeface="Arial"/>
              </a:rPr>
              <a:t>.</a:t>
            </a:r>
            <a:endParaRPr lang="en-US" sz="1000">
              <a:latin typeface="Arial"/>
              <a:cs typeface="Arial"/>
            </a:endParaRPr>
          </a:p>
        </p:txBody>
      </p:sp>
      <p:sp>
        <p:nvSpPr>
          <p:cNvPr id="33" name="Text 31"/>
          <p:cNvSpPr/>
          <p:nvPr/>
        </p:nvSpPr>
        <p:spPr>
          <a:xfrm>
            <a:off x="6720840" y="3456432"/>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34" name="Shape 32"/>
          <p:cNvSpPr/>
          <p:nvPr/>
        </p:nvSpPr>
        <p:spPr>
          <a:xfrm>
            <a:off x="6720840" y="3675888"/>
            <a:ext cx="2926080" cy="329184"/>
          </a:xfrm>
          <a:prstGeom prst="roundRect">
            <a:avLst>
              <a:gd name="adj" fmla="val 50000"/>
            </a:avLst>
          </a:prstGeom>
          <a:solidFill>
            <a:srgbClr val="E6F1FB"/>
          </a:solidFill>
          <a:ln w="12700">
            <a:solidFill>
              <a:srgbClr val="185FA5"/>
            </a:solidFill>
            <a:prstDash val="solid"/>
          </a:ln>
        </p:spPr>
      </p:sp>
      <p:sp>
        <p:nvSpPr>
          <p:cNvPr id="35" name="Text 33"/>
          <p:cNvSpPr/>
          <p:nvPr/>
        </p:nvSpPr>
        <p:spPr>
          <a:xfrm>
            <a:off x="6720840" y="3675888"/>
            <a:ext cx="2926080" cy="329184"/>
          </a:xfrm>
          <a:prstGeom prst="rect">
            <a:avLst/>
          </a:prstGeom>
          <a:noFill/>
          <a:ln/>
        </p:spPr>
        <p:txBody>
          <a:bodyPr wrap="square" lIns="0" tIns="0" rIns="0" bIns="0" rtlCol="0" anchor="ctr"/>
          <a:lstStyle/>
          <a:p>
            <a:pPr marL="0" indent="0" algn="ctr">
              <a:buNone/>
            </a:pPr>
            <a:r>
              <a:rPr lang="en-US" sz="1000" b="1">
                <a:solidFill>
                  <a:srgbClr val="0C447C"/>
                </a:solidFill>
                <a:latin typeface="Arial" pitchFamily="34" charset="0"/>
                <a:ea typeface="Arial" pitchFamily="34" charset="-122"/>
                <a:cs typeface="Arial" pitchFamily="34" charset="-120"/>
              </a:rPr>
              <a:t>드래그 앤 드롭 기능</a:t>
            </a:r>
            <a:endParaRPr lang="en-US" sz="1000"/>
          </a:p>
        </p:txBody>
      </p:sp>
      <p:grpSp>
        <p:nvGrpSpPr>
          <p:cNvPr id="40" name="그룹 8">
            <a:extLst>
              <a:ext uri="{FF2B5EF4-FFF2-40B4-BE49-F238E27FC236}">
                <a16:creationId xmlns:a16="http://schemas.microsoft.com/office/drawing/2014/main" id="{FEA65C51-3594-F070-4D12-2B9AD8C41287}"/>
              </a:ext>
            </a:extLst>
          </p:cNvPr>
          <p:cNvGrpSpPr/>
          <p:nvPr/>
        </p:nvGrpSpPr>
        <p:grpSpPr>
          <a:xfrm>
            <a:off x="3451668" y="1570917"/>
            <a:ext cx="252205" cy="278228"/>
            <a:chOff x="4547497" y="2630460"/>
            <a:chExt cx="319193" cy="352128"/>
          </a:xfrm>
        </p:grpSpPr>
        <p:sp>
          <p:nvSpPr>
            <p:cNvPr id="38" name="타원 9">
              <a:extLst>
                <a:ext uri="{FF2B5EF4-FFF2-40B4-BE49-F238E27FC236}">
                  <a16:creationId xmlns:a16="http://schemas.microsoft.com/office/drawing/2014/main" id="{9952C800-8835-3087-357C-702A5487BF0D}"/>
                </a:ext>
              </a:extLst>
            </p:cNvPr>
            <p:cNvSpPr/>
            <p:nvPr/>
          </p:nvSpPr>
          <p:spPr>
            <a:xfrm>
              <a:off x="4547713" y="2630460"/>
              <a:ext cx="318977" cy="318977"/>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ko-Kore-K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ko-Kore-KR" altLang="en-US"/>
            </a:p>
          </p:txBody>
        </p:sp>
        <p:sp>
          <p:nvSpPr>
            <p:cNvPr id="39" name="TextBox 9">
              <a:extLst>
                <a:ext uri="{FF2B5EF4-FFF2-40B4-BE49-F238E27FC236}">
                  <a16:creationId xmlns:a16="http://schemas.microsoft.com/office/drawing/2014/main" id="{A04858CF-2E89-A260-0168-B820510CCDFB}"/>
                </a:ext>
              </a:extLst>
            </p:cNvPr>
            <p:cNvSpPr txBox="1"/>
            <p:nvPr/>
          </p:nvSpPr>
          <p:spPr>
            <a:xfrm>
              <a:off x="4547497" y="2637517"/>
              <a:ext cx="263504" cy="345071"/>
            </a:xfrm>
            <a:prstGeom prst="rect">
              <a:avLst/>
            </a:prstGeom>
            <a:noFill/>
          </p:spPr>
          <p:txBody>
            <a:bodyPr wrap="square" rtlCol="0">
              <a:spAutoFit/>
            </a:bodyPr>
            <a:lstStyle>
              <a:defPPr>
                <a:defRPr lang="ko-Kore-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ko-Kore-KR" sz="1100" b="1">
                  <a:solidFill>
                    <a:schemeClr val="bg1"/>
                  </a:solidFill>
                </a:rPr>
                <a:t>1</a:t>
              </a:r>
              <a:endParaRPr kumimoji="1" lang="ko-Kore-KR" altLang="en-US" sz="1100" b="1">
                <a:solidFill>
                  <a:schemeClr val="bg1"/>
                </a:solidFill>
              </a:endParaRPr>
            </a:p>
          </p:txBody>
        </p:sp>
      </p:grpSp>
      <p:sp>
        <p:nvSpPr>
          <p:cNvPr id="42" name="TextBox 41">
            <a:extLst>
              <a:ext uri="{FF2B5EF4-FFF2-40B4-BE49-F238E27FC236}">
                <a16:creationId xmlns:a16="http://schemas.microsoft.com/office/drawing/2014/main" id="{E51CBA9F-3C48-D2B5-D1AD-26A950600D83}"/>
              </a:ext>
            </a:extLst>
          </p:cNvPr>
          <p:cNvSpPr txBox="1"/>
          <p:nvPr/>
        </p:nvSpPr>
        <p:spPr>
          <a:xfrm>
            <a:off x="6607908" y="5180400"/>
            <a:ext cx="4784645" cy="507831"/>
          </a:xfrm>
          <a:prstGeom prst="rect">
            <a:avLst/>
          </a:prstGeom>
          <a:noFill/>
        </p:spPr>
        <p:txBody>
          <a:bodyPr wrap="square" lIns="91440" tIns="45720" rIns="91440" bIns="45720" rtlCol="0" anchor="t">
            <a:spAutoFit/>
          </a:bodyPr>
          <a:lstStyle/>
          <a:p>
            <a:pPr marL="228600" indent="-228600">
              <a:buAutoNum type="arabicPeriod"/>
            </a:pPr>
            <a:r>
              <a:rPr lang="ko-KR" altLang="en-US" sz="900">
                <a:ea typeface="맑은 고딕"/>
                <a:cs typeface="Calibri" panose="020F0502020204030204"/>
              </a:rPr>
              <a:t>세 개의 해석 문장이 랜덤 순서로 화면에 보여짐. (단, 정답 순서로 배치되어서는 안 됨.)</a:t>
            </a:r>
          </a:p>
          <a:p>
            <a:pPr marL="228600" indent="-228600">
              <a:buAutoNum type="arabicPeriod"/>
            </a:pPr>
            <a:r>
              <a:rPr lang="ko-KR" altLang="en-US" sz="900">
                <a:ea typeface="맑은 고딕"/>
                <a:cs typeface="Calibri" panose="020F0502020204030204"/>
              </a:rPr>
              <a:t>드래그앤드롭으로 문장 타일 순서를 바꿔서 정답 순서대로 배열해야 정답 처리.</a:t>
            </a:r>
            <a:endParaRPr lang="ko-KR"/>
          </a:p>
          <a:p>
            <a:r>
              <a:rPr lang="ko-KR" altLang="en-US" sz="900">
                <a:ea typeface="맑은 고딕"/>
                <a:cs typeface="Calibri" panose="020F0502020204030204"/>
              </a:rPr>
              <a:t>(정답 순서: 현재 화면에 보이는 순서가 정답)</a:t>
            </a:r>
          </a:p>
        </p:txBody>
      </p:sp>
      <p:sp>
        <p:nvSpPr>
          <p:cNvPr id="44" name="Rectangle 43">
            <a:extLst>
              <a:ext uri="{FF2B5EF4-FFF2-40B4-BE49-F238E27FC236}">
                <a16:creationId xmlns:a16="http://schemas.microsoft.com/office/drawing/2014/main" id="{E8D896D6-815E-854B-D377-FF2D0F2A793F}"/>
              </a:ext>
            </a:extLst>
          </p:cNvPr>
          <p:cNvSpPr/>
          <p:nvPr/>
        </p:nvSpPr>
        <p:spPr>
          <a:xfrm>
            <a:off x="3684670" y="1709832"/>
            <a:ext cx="2610534" cy="183939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E6F1FB"/>
          </a:solidFill>
          <a:ln/>
        </p:spPr>
      </p:sp>
      <p:sp>
        <p:nvSpPr>
          <p:cNvPr id="3" name="Text 1"/>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0C447C"/>
                </a:solidFill>
                <a:latin typeface="Arial" pitchFamily="34" charset="0"/>
                <a:ea typeface="Arial" pitchFamily="34" charset="-122"/>
                <a:cs typeface="Arial" pitchFamily="34" charset="-120"/>
              </a:rPr>
              <a:t>1차시  ·  6단계 · 중심 주장 찾기</a:t>
            </a:r>
            <a:endParaRPr lang="en-US" sz="1600"/>
          </a:p>
        </p:txBody>
      </p:sp>
      <p:sp>
        <p:nvSpPr>
          <p:cNvPr id="4" name="Shape 2"/>
          <p:cNvSpPr/>
          <p:nvPr/>
        </p:nvSpPr>
        <p:spPr>
          <a:xfrm>
            <a:off x="9966960" y="128016"/>
            <a:ext cx="1828800" cy="310896"/>
          </a:xfrm>
          <a:prstGeom prst="roundRect">
            <a:avLst>
              <a:gd name="adj" fmla="val 50000"/>
            </a:avLst>
          </a:prstGeom>
          <a:solidFill>
            <a:srgbClr val="FFFFFF"/>
          </a:solidFill>
          <a:ln w="12700">
            <a:solidFill>
              <a:srgbClr val="185FA5"/>
            </a:solidFill>
            <a:prstDash val="solid"/>
          </a:ln>
        </p:spPr>
      </p:sp>
      <p:sp>
        <p:nvSpPr>
          <p:cNvPr id="5" name="Text 3"/>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0C447C"/>
                </a:solidFill>
                <a:latin typeface="Arial" pitchFamily="34" charset="0"/>
                <a:ea typeface="Arial" pitchFamily="34" charset="-122"/>
                <a:cs typeface="Arial" pitchFamily="34" charset="-120"/>
              </a:rPr>
              <a:t>본론 1</a:t>
            </a:r>
            <a:endParaRPr lang="en-US" sz="950"/>
          </a:p>
        </p:txBody>
      </p:sp>
      <p:sp>
        <p:nvSpPr>
          <p:cNvPr id="6" name="Shape 4"/>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sp>
      <p:sp>
        <p:nvSpPr>
          <p:cNvPr id="7" name="Shape 5"/>
          <p:cNvSpPr/>
          <p:nvPr/>
        </p:nvSpPr>
        <p:spPr>
          <a:xfrm>
            <a:off x="457200" y="868680"/>
            <a:ext cx="5943600" cy="256032"/>
          </a:xfrm>
          <a:prstGeom prst="rect">
            <a:avLst/>
          </a:prstGeom>
          <a:solidFill>
            <a:srgbClr val="F0EEE7"/>
          </a:solidFill>
          <a:ln w="9525">
            <a:solidFill>
              <a:srgbClr val="B9B6AC"/>
            </a:solidFill>
            <a:prstDash val="solid"/>
          </a:ln>
        </p:spPr>
      </p:sp>
      <p:sp>
        <p:nvSpPr>
          <p:cNvPr id="8" name="Shape 6"/>
          <p:cNvSpPr/>
          <p:nvPr/>
        </p:nvSpPr>
        <p:spPr>
          <a:xfrm>
            <a:off x="585216" y="960120"/>
            <a:ext cx="73152" cy="73152"/>
          </a:xfrm>
          <a:prstGeom prst="ellipse">
            <a:avLst/>
          </a:prstGeom>
          <a:solidFill>
            <a:srgbClr val="C7C4B9"/>
          </a:solidFill>
          <a:ln/>
        </p:spPr>
      </p:sp>
      <p:sp>
        <p:nvSpPr>
          <p:cNvPr id="9" name="Shape 7"/>
          <p:cNvSpPr/>
          <p:nvPr/>
        </p:nvSpPr>
        <p:spPr>
          <a:xfrm>
            <a:off x="731520" y="960120"/>
            <a:ext cx="73152" cy="73152"/>
          </a:xfrm>
          <a:prstGeom prst="ellipse">
            <a:avLst/>
          </a:prstGeom>
          <a:solidFill>
            <a:srgbClr val="C7C4B9"/>
          </a:solidFill>
          <a:ln/>
        </p:spPr>
      </p:sp>
      <p:sp>
        <p:nvSpPr>
          <p:cNvPr id="10" name="Shape 8"/>
          <p:cNvSpPr/>
          <p:nvPr/>
        </p:nvSpPr>
        <p:spPr>
          <a:xfrm>
            <a:off x="877824" y="960120"/>
            <a:ext cx="73152" cy="73152"/>
          </a:xfrm>
          <a:prstGeom prst="ellipse">
            <a:avLst/>
          </a:prstGeom>
          <a:solidFill>
            <a:srgbClr val="C7C4B9"/>
          </a:solidFill>
          <a:ln/>
        </p:spPr>
      </p:sp>
      <p:sp>
        <p:nvSpPr>
          <p:cNvPr id="11" name="Text 9"/>
          <p:cNvSpPr/>
          <p:nvPr/>
        </p:nvSpPr>
        <p:spPr>
          <a:xfrm>
            <a:off x="621792" y="1234440"/>
            <a:ext cx="291949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텍스트 영역</a:t>
            </a:r>
            <a:endParaRPr lang="en-US" sz="750"/>
          </a:p>
        </p:txBody>
      </p:sp>
      <p:sp>
        <p:nvSpPr>
          <p:cNvPr id="12" name="Text 10"/>
          <p:cNvSpPr/>
          <p:nvPr/>
        </p:nvSpPr>
        <p:spPr>
          <a:xfrm>
            <a:off x="3687592" y="1234440"/>
            <a:ext cx="25486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Activity 영역</a:t>
            </a:r>
            <a:endParaRPr lang="en-US" sz="750"/>
          </a:p>
        </p:txBody>
      </p:sp>
      <p:sp>
        <p:nvSpPr>
          <p:cNvPr id="13" name="Shape 11"/>
          <p:cNvSpPr/>
          <p:nvPr/>
        </p:nvSpPr>
        <p:spPr>
          <a:xfrm>
            <a:off x="621792" y="1417320"/>
            <a:ext cx="2919496" cy="3767328"/>
          </a:xfrm>
          <a:prstGeom prst="roundRect">
            <a:avLst>
              <a:gd name="adj" fmla="val 1566"/>
            </a:avLst>
          </a:prstGeom>
          <a:solidFill>
            <a:srgbClr val="F1EFE8"/>
          </a:solidFill>
          <a:ln w="9525">
            <a:solidFill>
              <a:srgbClr val="D9D7CE"/>
            </a:solidFill>
            <a:prstDash val="solid"/>
          </a:ln>
        </p:spPr>
      </p:sp>
      <p:sp>
        <p:nvSpPr>
          <p:cNvPr id="14" name="Text 12"/>
          <p:cNvSpPr/>
          <p:nvPr/>
        </p:nvSpPr>
        <p:spPr>
          <a:xfrm>
            <a:off x="713232" y="1472184"/>
            <a:ext cx="2736616" cy="3657600"/>
          </a:xfrm>
          <a:prstGeom prst="rect">
            <a:avLst/>
          </a:prstGeom>
          <a:noFill/>
          <a:ln/>
        </p:spPr>
        <p:txBody>
          <a:bodyPr wrap="square" lIns="0" tIns="0" rIns="0" bIns="0" rtlCol="0" anchor="t"/>
          <a:lstStyle/>
          <a:p>
            <a:r>
              <a:rPr lang="en-US" sz="800">
                <a:solidFill>
                  <a:srgbClr val="6D6A63"/>
                </a:solidFill>
                <a:ea typeface="+mn-lt"/>
                <a:cs typeface="+mn-lt"/>
              </a:rPr>
              <a:t>Violent video games are still blamed for real violence, though that link has never been proven. Today, the real question is whether kids should be allowed to play them at all.</a:t>
            </a:r>
            <a:endParaRPr lang="en-US">
              <a:ea typeface="+mn-lt"/>
              <a:cs typeface="+mn-lt"/>
            </a:endParaRPr>
          </a:p>
          <a:p>
            <a:endParaRPr lang="en-US" sz="800">
              <a:solidFill>
                <a:srgbClr val="6D6A63"/>
              </a:solidFill>
              <a:ea typeface="+mn-lt"/>
              <a:cs typeface="+mn-lt"/>
            </a:endParaRPr>
          </a:p>
          <a:p>
            <a:r>
              <a:rPr lang="en-US" sz="800">
                <a:solidFill>
                  <a:srgbClr val="6D6A63"/>
                </a:solidFill>
                <a:ea typeface="+mn-lt"/>
                <a:cs typeface="+mn-lt"/>
              </a:rPr>
              <a:t>When it comes to mental health, violent video games deserve more credit than they get. Like all games, </a:t>
            </a:r>
            <a:r>
              <a:rPr lang="en-US" sz="800" b="1">
                <a:solidFill>
                  <a:schemeClr val="accent2"/>
                </a:solidFill>
                <a:ea typeface="+mn-lt"/>
                <a:cs typeface="+mn-lt"/>
              </a:rPr>
              <a:t>they tap into a child's love of play and imagination. </a:t>
            </a:r>
            <a:r>
              <a:rPr lang="en-US" sz="800">
                <a:solidFill>
                  <a:srgbClr val="6D6A63"/>
                </a:solidFill>
                <a:ea typeface="+mn-lt"/>
                <a:cs typeface="+mn-lt"/>
              </a:rPr>
              <a:t>By the time kids are old enough for "Teen"-rated games, most already know the difference between pretend and real life.</a:t>
            </a:r>
            <a:endParaRPr lang="en-US" b="1">
              <a:solidFill>
                <a:schemeClr val="accent1"/>
              </a:solidFill>
            </a:endParaRPr>
          </a:p>
        </p:txBody>
      </p:sp>
      <p:sp>
        <p:nvSpPr>
          <p:cNvPr id="15" name="Text 13"/>
          <p:cNvSpPr/>
          <p:nvPr/>
        </p:nvSpPr>
        <p:spPr>
          <a:xfrm>
            <a:off x="3687592" y="1435608"/>
            <a:ext cx="2743200" cy="201168"/>
          </a:xfrm>
          <a:prstGeom prst="rect">
            <a:avLst/>
          </a:prstGeom>
          <a:noFill/>
          <a:ln/>
        </p:spPr>
        <p:txBody>
          <a:bodyPr wrap="square" lIns="0" tIns="0" rIns="0" bIns="0" rtlCol="0" anchor="ctr"/>
          <a:lstStyle/>
          <a:p>
            <a:pPr marL="0" indent="0">
              <a:buNone/>
            </a:pPr>
            <a:r>
              <a:rPr lang="en-US" sz="850" b="1">
                <a:solidFill>
                  <a:srgbClr val="6D6A63"/>
                </a:solidFill>
                <a:latin typeface="Arial" pitchFamily="34" charset="0"/>
                <a:ea typeface="Arial" pitchFamily="34" charset="-122"/>
                <a:cs typeface="Arial" pitchFamily="34" charset="-120"/>
              </a:rPr>
              <a:t>인터랙션 · 버튼 선택</a:t>
            </a:r>
            <a:endParaRPr lang="en-US" sz="850"/>
          </a:p>
        </p:txBody>
      </p:sp>
      <p:sp>
        <p:nvSpPr>
          <p:cNvPr id="16" name="Shape 14"/>
          <p:cNvSpPr/>
          <p:nvPr/>
        </p:nvSpPr>
        <p:spPr>
          <a:xfrm>
            <a:off x="3687592" y="1673352"/>
            <a:ext cx="2548616" cy="475488"/>
          </a:xfrm>
          <a:prstGeom prst="roundRect">
            <a:avLst>
              <a:gd name="adj" fmla="val 26923"/>
            </a:avLst>
          </a:prstGeom>
          <a:solidFill>
            <a:srgbClr val="FFFFFF"/>
          </a:solidFill>
          <a:ln w="12700">
            <a:solidFill>
              <a:srgbClr val="185FA5"/>
            </a:solidFill>
            <a:prstDash val="solid"/>
          </a:ln>
        </p:spPr>
      </p:sp>
      <p:sp>
        <p:nvSpPr>
          <p:cNvPr id="17" name="Text 15"/>
          <p:cNvSpPr/>
          <p:nvPr/>
        </p:nvSpPr>
        <p:spPr>
          <a:xfrm>
            <a:off x="3779032" y="1673352"/>
            <a:ext cx="2365736" cy="475488"/>
          </a:xfrm>
          <a:prstGeom prst="rect">
            <a:avLst/>
          </a:prstGeom>
          <a:noFill/>
          <a:ln/>
        </p:spPr>
        <p:txBody>
          <a:bodyPr wrap="square" lIns="0" tIns="0" rIns="0" bIns="0" rtlCol="0" anchor="ctr"/>
          <a:lstStyle/>
          <a:p>
            <a:r>
              <a:rPr lang="en-US" sz="800" err="1">
                <a:solidFill>
                  <a:srgbClr val="0C447C"/>
                </a:solidFill>
                <a:latin typeface="Arial"/>
                <a:ea typeface="Arial" pitchFamily="34" charset="-122"/>
                <a:cs typeface="Arial"/>
              </a:rPr>
              <a:t>게임은</a:t>
            </a:r>
            <a:r>
              <a:rPr lang="en-US" sz="800">
                <a:solidFill>
                  <a:srgbClr val="0C447C"/>
                </a:solidFill>
                <a:latin typeface="Arial"/>
                <a:ea typeface="Arial" pitchFamily="34" charset="-122"/>
                <a:cs typeface="Arial"/>
              </a:rPr>
              <a:t> </a:t>
            </a:r>
            <a:r>
              <a:rPr lang="ko-KR" altLang="en-US" sz="800">
                <a:solidFill>
                  <a:srgbClr val="0C447C"/>
                </a:solidFill>
                <a:latin typeface="Arial"/>
                <a:ea typeface="Arial" pitchFamily="34" charset="-122"/>
                <a:cs typeface="Arial"/>
              </a:rPr>
              <a:t>폭력적이므로</a:t>
            </a:r>
            <a:r>
              <a:rPr lang="en-US" sz="800">
                <a:solidFill>
                  <a:srgbClr val="0C447C"/>
                </a:solidFill>
                <a:latin typeface="Arial"/>
                <a:ea typeface="Arial" pitchFamily="34" charset="-122"/>
                <a:cs typeface="Arial"/>
              </a:rPr>
              <a:t>, </a:t>
            </a:r>
            <a:r>
              <a:rPr lang="ko-KR" altLang="en-US" sz="800">
                <a:solidFill>
                  <a:srgbClr val="0C447C"/>
                </a:solidFill>
                <a:latin typeface="Arial"/>
                <a:ea typeface="Arial" pitchFamily="34" charset="-122"/>
                <a:cs typeface="Arial"/>
              </a:rPr>
              <a:t>성인이</a:t>
            </a:r>
            <a:r>
              <a:rPr lang="en-US" sz="800">
                <a:solidFill>
                  <a:srgbClr val="0C447C"/>
                </a:solidFill>
                <a:latin typeface="Arial"/>
                <a:ea typeface="Arial" pitchFamily="34" charset="-122"/>
                <a:cs typeface="Arial"/>
              </a:rPr>
              <a:t> </a:t>
            </a:r>
            <a:r>
              <a:rPr lang="ko-KR" altLang="en-US" sz="800">
                <a:solidFill>
                  <a:srgbClr val="0C447C"/>
                </a:solidFill>
                <a:latin typeface="Arial"/>
                <a:ea typeface="Arial" pitchFamily="34" charset="-122"/>
                <a:cs typeface="Arial"/>
              </a:rPr>
              <a:t>되기</a:t>
            </a:r>
            <a:r>
              <a:rPr lang="en-US" altLang="ko-KR" sz="800">
                <a:solidFill>
                  <a:srgbClr val="0C447C"/>
                </a:solidFill>
                <a:latin typeface="Arial"/>
                <a:ea typeface="Arial" pitchFamily="34" charset="-122"/>
                <a:cs typeface="Arial"/>
              </a:rPr>
              <a:t> </a:t>
            </a:r>
            <a:r>
              <a:rPr lang="ko-KR" altLang="en-US" sz="800">
                <a:solidFill>
                  <a:srgbClr val="0C447C"/>
                </a:solidFill>
                <a:latin typeface="Arial"/>
                <a:ea typeface="Arial" pitchFamily="34" charset="-122"/>
                <a:cs typeface="Arial"/>
              </a:rPr>
              <a:t>전에</a:t>
            </a:r>
            <a:r>
              <a:rPr lang="en-US" altLang="ko-KR" sz="800">
                <a:solidFill>
                  <a:srgbClr val="0C447C"/>
                </a:solidFill>
                <a:latin typeface="Arial"/>
                <a:ea typeface="Arial" pitchFamily="34" charset="-122"/>
                <a:cs typeface="Arial"/>
              </a:rPr>
              <a:t> </a:t>
            </a:r>
            <a:r>
              <a:rPr lang="ko-KR" altLang="en-US" sz="800">
                <a:solidFill>
                  <a:srgbClr val="0C447C"/>
                </a:solidFill>
                <a:latin typeface="Arial"/>
                <a:ea typeface="Arial" pitchFamily="34" charset="-122"/>
                <a:cs typeface="Arial"/>
              </a:rPr>
              <a:t>하지</a:t>
            </a:r>
            <a:r>
              <a:rPr lang="en-US" sz="800">
                <a:solidFill>
                  <a:srgbClr val="0C447C"/>
                </a:solidFill>
                <a:latin typeface="Arial"/>
                <a:ea typeface="Arial" pitchFamily="34" charset="-122"/>
                <a:cs typeface="Arial"/>
              </a:rPr>
              <a:t> </a:t>
            </a:r>
            <a:r>
              <a:rPr lang="ko-KR" altLang="en-US" sz="800" err="1">
                <a:solidFill>
                  <a:srgbClr val="0C447C"/>
                </a:solidFill>
                <a:latin typeface="Arial"/>
                <a:ea typeface="Arial" pitchFamily="34" charset="-122"/>
                <a:cs typeface="Arial"/>
              </a:rPr>
              <a:t>말아야</a:t>
            </a:r>
            <a:r>
              <a:rPr lang="en-US" sz="800">
                <a:solidFill>
                  <a:srgbClr val="0C447C"/>
                </a:solidFill>
                <a:latin typeface="Arial"/>
                <a:ea typeface="Arial" pitchFamily="34" charset="-122"/>
                <a:cs typeface="Arial"/>
              </a:rPr>
              <a:t> </a:t>
            </a:r>
            <a:r>
              <a:rPr lang="ko-KR" altLang="en-US" sz="800" err="1">
                <a:solidFill>
                  <a:srgbClr val="0C447C"/>
                </a:solidFill>
                <a:latin typeface="Arial"/>
                <a:ea typeface="Arial" pitchFamily="34" charset="-122"/>
                <a:cs typeface="Arial"/>
              </a:rPr>
              <a:t>한다</a:t>
            </a:r>
            <a:r>
              <a:rPr lang="en-US" sz="800">
                <a:solidFill>
                  <a:srgbClr val="0C447C"/>
                </a:solidFill>
                <a:latin typeface="Arial"/>
                <a:ea typeface="Arial" pitchFamily="34" charset="-122"/>
                <a:cs typeface="Arial"/>
              </a:rPr>
              <a:t>.</a:t>
            </a:r>
            <a:endParaRPr lang="en-US" sz="800">
              <a:solidFill>
                <a:srgbClr val="0C447C"/>
              </a:solidFill>
              <a:latin typeface="Arial"/>
              <a:cs typeface="Arial"/>
            </a:endParaRPr>
          </a:p>
        </p:txBody>
      </p:sp>
      <p:sp>
        <p:nvSpPr>
          <p:cNvPr id="18" name="Shape 16"/>
          <p:cNvSpPr/>
          <p:nvPr/>
        </p:nvSpPr>
        <p:spPr>
          <a:xfrm>
            <a:off x="3687592" y="2240280"/>
            <a:ext cx="2548616" cy="475488"/>
          </a:xfrm>
          <a:prstGeom prst="roundRect">
            <a:avLst>
              <a:gd name="adj" fmla="val 26923"/>
            </a:avLst>
          </a:prstGeom>
          <a:solidFill>
            <a:srgbClr val="FFFFFF"/>
          </a:solidFill>
          <a:ln w="12700">
            <a:solidFill>
              <a:srgbClr val="185FA5"/>
            </a:solidFill>
            <a:prstDash val="solid"/>
          </a:ln>
        </p:spPr>
      </p:sp>
      <p:sp>
        <p:nvSpPr>
          <p:cNvPr id="19" name="Text 17"/>
          <p:cNvSpPr/>
          <p:nvPr/>
        </p:nvSpPr>
        <p:spPr>
          <a:xfrm>
            <a:off x="3779032" y="2240280"/>
            <a:ext cx="2365736" cy="475488"/>
          </a:xfrm>
          <a:prstGeom prst="rect">
            <a:avLst/>
          </a:prstGeom>
          <a:noFill/>
          <a:ln/>
        </p:spPr>
        <p:txBody>
          <a:bodyPr wrap="square" lIns="0" tIns="0" rIns="0" bIns="0" rtlCol="0" anchor="ctr"/>
          <a:lstStyle/>
          <a:p>
            <a:r>
              <a:rPr lang="ko-KR" altLang="en-US" sz="800">
                <a:solidFill>
                  <a:srgbClr val="0C447C"/>
                </a:solidFill>
                <a:latin typeface="Arial"/>
                <a:ea typeface="Arial" pitchFamily="34" charset="-122"/>
                <a:cs typeface="Arial"/>
              </a:rPr>
              <a:t>게임할 때 자극되는 상상력·놀이</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욕구가</a:t>
            </a:r>
            <a:r>
              <a:rPr lang="en-US" sz="800">
                <a:solidFill>
                  <a:srgbClr val="0C447C"/>
                </a:solidFill>
                <a:latin typeface="Arial"/>
                <a:ea typeface="Arial" pitchFamily="34" charset="-122"/>
                <a:cs typeface="Arial"/>
              </a:rPr>
              <a:t> </a:t>
            </a:r>
            <a:r>
              <a:rPr lang="ko-KR" altLang="en-US" sz="800">
                <a:solidFill>
                  <a:srgbClr val="0C447C"/>
                </a:solidFill>
                <a:latin typeface="Arial"/>
                <a:ea typeface="Arial" pitchFamily="34" charset="-122"/>
                <a:cs typeface="Arial"/>
              </a:rPr>
              <a:t>정신</a:t>
            </a:r>
            <a:r>
              <a:rPr lang="en-US" sz="800">
                <a:solidFill>
                  <a:srgbClr val="0C447C"/>
                </a:solidFill>
                <a:latin typeface="Arial"/>
                <a:ea typeface="Arial" pitchFamily="34" charset="-122"/>
                <a:cs typeface="Arial"/>
              </a:rPr>
              <a:t> </a:t>
            </a:r>
            <a:r>
              <a:rPr lang="ko-KR" altLang="en-US" sz="800">
                <a:solidFill>
                  <a:srgbClr val="0C447C"/>
                </a:solidFill>
                <a:latin typeface="Arial"/>
                <a:ea typeface="Arial" pitchFamily="34" charset="-122"/>
                <a:cs typeface="Arial"/>
              </a:rPr>
              <a:t>건강에</a:t>
            </a:r>
            <a:r>
              <a:rPr lang="en-US" sz="800">
                <a:solidFill>
                  <a:srgbClr val="0C447C"/>
                </a:solidFill>
                <a:latin typeface="Arial"/>
                <a:ea typeface="Arial" pitchFamily="34" charset="-122"/>
                <a:cs typeface="Arial"/>
              </a:rPr>
              <a:t> </a:t>
            </a:r>
            <a:r>
              <a:rPr lang="en-US" sz="800" err="1">
                <a:solidFill>
                  <a:srgbClr val="0C447C"/>
                </a:solidFill>
                <a:latin typeface="Arial"/>
                <a:ea typeface="Arial" pitchFamily="34" charset="-122"/>
                <a:cs typeface="Arial"/>
              </a:rPr>
              <a:t>도움된다</a:t>
            </a:r>
            <a:r>
              <a:rPr lang="en-US" sz="800">
                <a:solidFill>
                  <a:srgbClr val="0C447C"/>
                </a:solidFill>
                <a:latin typeface="Arial"/>
                <a:ea typeface="Arial" pitchFamily="34" charset="-122"/>
                <a:cs typeface="Arial"/>
              </a:rPr>
              <a:t>.</a:t>
            </a:r>
            <a:endParaRPr lang="en-US" sz="800" err="1">
              <a:latin typeface="Arial"/>
              <a:cs typeface="Arial"/>
            </a:endParaRPr>
          </a:p>
        </p:txBody>
      </p:sp>
      <p:sp>
        <p:nvSpPr>
          <p:cNvPr id="20" name="Shape 18"/>
          <p:cNvSpPr/>
          <p:nvPr/>
        </p:nvSpPr>
        <p:spPr>
          <a:xfrm>
            <a:off x="3687592" y="2807208"/>
            <a:ext cx="2548616" cy="475488"/>
          </a:xfrm>
          <a:prstGeom prst="roundRect">
            <a:avLst>
              <a:gd name="adj" fmla="val 26923"/>
            </a:avLst>
          </a:prstGeom>
          <a:solidFill>
            <a:srgbClr val="FFFFFF"/>
          </a:solidFill>
          <a:ln w="12700">
            <a:solidFill>
              <a:srgbClr val="185FA5"/>
            </a:solidFill>
            <a:prstDash val="solid"/>
          </a:ln>
        </p:spPr>
      </p:sp>
      <p:sp>
        <p:nvSpPr>
          <p:cNvPr id="21" name="Text 19"/>
          <p:cNvSpPr/>
          <p:nvPr/>
        </p:nvSpPr>
        <p:spPr>
          <a:xfrm>
            <a:off x="3779032" y="2807208"/>
            <a:ext cx="2365736" cy="475488"/>
          </a:xfrm>
          <a:prstGeom prst="rect">
            <a:avLst/>
          </a:prstGeom>
          <a:noFill/>
          <a:ln/>
        </p:spPr>
        <p:txBody>
          <a:bodyPr wrap="square" lIns="0" tIns="0" rIns="0" bIns="0" rtlCol="0" anchor="ctr"/>
          <a:lstStyle/>
          <a:p>
            <a:r>
              <a:rPr lang="ko-KR" altLang="en-US" sz="800">
                <a:solidFill>
                  <a:srgbClr val="0C447C"/>
                </a:solidFill>
                <a:latin typeface="Arial"/>
                <a:ea typeface="맑은 고딕"/>
                <a:cs typeface="Arial"/>
              </a:rPr>
              <a:t>폭력과 게임은 동일하다.</a:t>
            </a:r>
            <a:endParaRPr lang="en-US" sz="800">
              <a:solidFill>
                <a:srgbClr val="0C447C"/>
              </a:solidFill>
              <a:latin typeface="Arial"/>
              <a:cs typeface="Arial"/>
            </a:endParaRPr>
          </a:p>
        </p:txBody>
      </p:sp>
      <p:sp>
        <p:nvSpPr>
          <p:cNvPr id="22" name="Text 20"/>
          <p:cNvSpPr/>
          <p:nvPr/>
        </p:nvSpPr>
        <p:spPr>
          <a:xfrm>
            <a:off x="621792" y="5312664"/>
            <a:ext cx="56144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튜터링 영역</a:t>
            </a:r>
            <a:endParaRPr lang="en-US" sz="750"/>
          </a:p>
        </p:txBody>
      </p:sp>
      <p:sp>
        <p:nvSpPr>
          <p:cNvPr id="23" name="Shape 21"/>
          <p:cNvSpPr/>
          <p:nvPr/>
        </p:nvSpPr>
        <p:spPr>
          <a:xfrm>
            <a:off x="621792" y="5495544"/>
            <a:ext cx="5614416" cy="566928"/>
          </a:xfrm>
          <a:prstGeom prst="roundRect">
            <a:avLst>
              <a:gd name="adj" fmla="val 19355"/>
            </a:avLst>
          </a:prstGeom>
          <a:solidFill>
            <a:srgbClr val="E6F1FB"/>
          </a:solidFill>
          <a:ln w="9525">
            <a:solidFill>
              <a:srgbClr val="185FA5"/>
            </a:solidFill>
            <a:prstDash val="solid"/>
          </a:ln>
        </p:spPr>
      </p:sp>
      <p:sp>
        <p:nvSpPr>
          <p:cNvPr id="24" name="Text 22"/>
          <p:cNvSpPr/>
          <p:nvPr/>
        </p:nvSpPr>
        <p:spPr>
          <a:xfrm>
            <a:off x="749808" y="5495544"/>
            <a:ext cx="5358384" cy="566928"/>
          </a:xfrm>
          <a:prstGeom prst="rect">
            <a:avLst/>
          </a:prstGeom>
          <a:noFill/>
          <a:ln/>
        </p:spPr>
        <p:txBody>
          <a:bodyPr wrap="square" lIns="0" tIns="0" rIns="0" bIns="0" rtlCol="0" anchor="ctr"/>
          <a:lstStyle/>
          <a:p>
            <a:pPr>
              <a:lnSpc>
                <a:spcPct val="105000"/>
              </a:lnSpc>
            </a:pPr>
            <a:r>
              <a:rPr lang="en-US" sz="900" b="1">
                <a:solidFill>
                  <a:srgbClr val="185FA5"/>
                </a:solidFill>
                <a:latin typeface="Arial"/>
                <a:ea typeface="Arial" pitchFamily="34" charset="-122"/>
                <a:cs typeface="Arial"/>
              </a:rPr>
              <a:t>🎙 </a:t>
            </a:r>
            <a:r>
              <a:rPr lang="en-US" sz="900" b="1" err="1">
                <a:solidFill>
                  <a:srgbClr val="185FA5"/>
                </a:solidFill>
                <a:latin typeface="Arial"/>
                <a:ea typeface="Arial" pitchFamily="34" charset="-122"/>
                <a:cs typeface="Arial"/>
              </a:rPr>
              <a:t>튜터</a:t>
            </a:r>
            <a:r>
              <a:rPr lang="en-US" sz="900" b="1">
                <a:solidFill>
                  <a:srgbClr val="185FA5"/>
                </a:solidFill>
                <a:latin typeface="Arial"/>
                <a:ea typeface="Arial" pitchFamily="34" charset="-122"/>
                <a:cs typeface="Arial"/>
              </a:rPr>
              <a:t> </a:t>
            </a:r>
            <a:r>
              <a:rPr lang="ko-KR" altLang="en-US" sz="900">
                <a:solidFill>
                  <a:srgbClr val="185FA5"/>
                </a:solidFill>
                <a:latin typeface="Arial"/>
                <a:ea typeface="Arial" pitchFamily="34" charset="-122"/>
                <a:cs typeface="Arial"/>
              </a:rPr>
              <a:t>자,</a:t>
            </a:r>
            <a:r>
              <a:rPr lang="en-US" sz="900">
                <a:solidFill>
                  <a:srgbClr val="185FA5"/>
                </a:solidFill>
                <a:latin typeface="Arial"/>
                <a:ea typeface="Arial" pitchFamily="34" charset="-122"/>
                <a:cs typeface="Arial"/>
              </a:rPr>
              <a:t> </a:t>
            </a:r>
            <a:r>
              <a:rPr lang="ko-KR" altLang="en-US" sz="900" err="1">
                <a:solidFill>
                  <a:srgbClr val="185FA5"/>
                </a:solidFill>
                <a:latin typeface="Arial"/>
                <a:ea typeface="Arial" pitchFamily="34" charset="-122"/>
                <a:cs typeface="Arial"/>
              </a:rPr>
              <a:t>그러면</a:t>
            </a:r>
            <a:r>
              <a:rPr lang="en-US" altLang="ko-KR" sz="900">
                <a:solidFill>
                  <a:srgbClr val="185FA5"/>
                </a:solidFill>
                <a:latin typeface="Arial"/>
                <a:ea typeface="Arial" pitchFamily="34" charset="-122"/>
                <a:cs typeface="Arial"/>
              </a:rPr>
              <a:t> </a:t>
            </a:r>
            <a:r>
              <a:rPr lang="ko-KR" altLang="en-US" sz="900" err="1">
                <a:solidFill>
                  <a:srgbClr val="185FA5"/>
                </a:solidFill>
                <a:latin typeface="Arial"/>
                <a:ea typeface="Arial" pitchFamily="34" charset="-122"/>
                <a:cs typeface="Arial"/>
              </a:rPr>
              <a:t>생각해보자</a:t>
            </a:r>
            <a:r>
              <a:rPr lang="en-US" altLang="ko-KR" sz="900">
                <a:solidFill>
                  <a:srgbClr val="185FA5"/>
                </a:solidFill>
                <a:latin typeface="Arial"/>
                <a:ea typeface="Arial" pitchFamily="34" charset="-122"/>
                <a:cs typeface="Arial"/>
              </a:rPr>
              <a:t>. </a:t>
            </a:r>
            <a:r>
              <a:rPr lang="en-US" sz="1000">
                <a:solidFill>
                  <a:srgbClr val="0C447C"/>
                </a:solidFill>
                <a:latin typeface="Arial"/>
                <a:ea typeface="Arial" pitchFamily="34" charset="-122"/>
                <a:cs typeface="Arial"/>
              </a:rPr>
              <a:t>이 </a:t>
            </a:r>
            <a:r>
              <a:rPr lang="en-US" sz="1000" err="1">
                <a:solidFill>
                  <a:srgbClr val="0C447C"/>
                </a:solidFill>
                <a:latin typeface="Arial"/>
                <a:ea typeface="Arial" pitchFamily="34" charset="-122"/>
                <a:cs typeface="Arial"/>
              </a:rPr>
              <a:t>단락에서</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글쓴이가</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가장</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하고</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싶은</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말이</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뭘까</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골라봐</a:t>
            </a:r>
            <a:r>
              <a:rPr lang="en-US" sz="1000">
                <a:solidFill>
                  <a:srgbClr val="0C447C"/>
                </a:solidFill>
                <a:latin typeface="Arial"/>
                <a:ea typeface="Arial" pitchFamily="34" charset="-122"/>
                <a:cs typeface="Arial"/>
              </a:rPr>
              <a:t>.</a:t>
            </a:r>
            <a:endParaRPr lang="en-US" sz="900">
              <a:latin typeface="Arial"/>
              <a:cs typeface="Arial"/>
            </a:endParaRPr>
          </a:p>
        </p:txBody>
      </p:sp>
      <p:sp>
        <p:nvSpPr>
          <p:cNvPr id="25" name="Text 23"/>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26" name="Text 24"/>
          <p:cNvSpPr/>
          <p:nvPr/>
        </p:nvSpPr>
        <p:spPr>
          <a:xfrm>
            <a:off x="6720840" y="1088136"/>
            <a:ext cx="5029200" cy="365760"/>
          </a:xfrm>
          <a:prstGeom prst="rect">
            <a:avLst/>
          </a:prstGeom>
          <a:noFill/>
          <a:ln/>
        </p:spPr>
        <p:txBody>
          <a:bodyPr wrap="square" lIns="0" tIns="0" rIns="0" bIns="0" rtlCol="0" anchor="ctr"/>
          <a:lstStyle/>
          <a:p>
            <a:pPr marL="0" indent="0">
              <a:lnSpc>
                <a:spcPct val="110000"/>
              </a:lnSpc>
              <a:buNone/>
            </a:pPr>
            <a:r>
              <a:rPr lang="en-US" sz="1200" b="1">
                <a:solidFill>
                  <a:srgbClr val="26221C"/>
                </a:solidFill>
                <a:latin typeface="Arial" pitchFamily="34" charset="0"/>
                <a:ea typeface="Arial" pitchFamily="34" charset="-122"/>
                <a:cs typeface="Arial" pitchFamily="34" charset="-120"/>
              </a:rPr>
              <a:t>단락의 핵심 주장을 여러 선택지 중에서 골라낸다.</a:t>
            </a:r>
            <a:endParaRPr lang="en-US" sz="1200"/>
          </a:p>
        </p:txBody>
      </p:sp>
      <p:sp>
        <p:nvSpPr>
          <p:cNvPr id="27" name="Shape 25"/>
          <p:cNvSpPr/>
          <p:nvPr/>
        </p:nvSpPr>
        <p:spPr>
          <a:xfrm>
            <a:off x="6720840" y="1591056"/>
            <a:ext cx="5029200" cy="822960"/>
          </a:xfrm>
          <a:prstGeom prst="roundRect">
            <a:avLst>
              <a:gd name="adj" fmla="val 6667"/>
            </a:avLst>
          </a:prstGeom>
          <a:solidFill>
            <a:srgbClr val="EAF3DE"/>
          </a:solidFill>
          <a:ln w="9525">
            <a:solidFill>
              <a:srgbClr val="3B6D11"/>
            </a:solidFill>
            <a:prstDash val="solid"/>
          </a:ln>
        </p:spPr>
      </p:sp>
      <p:sp>
        <p:nvSpPr>
          <p:cNvPr id="28" name="Text 26"/>
          <p:cNvSpPr/>
          <p:nvPr/>
        </p:nvSpPr>
        <p:spPr>
          <a:xfrm>
            <a:off x="6848856" y="1645920"/>
            <a:ext cx="4773168" cy="713232"/>
          </a:xfrm>
          <a:prstGeom prst="rect">
            <a:avLst/>
          </a:prstGeom>
          <a:noFill/>
          <a:ln/>
        </p:spPr>
        <p:txBody>
          <a:bodyPr wrap="square" lIns="0" tIns="0" rIns="0" bIns="0" rtlCol="0" anchor="t"/>
          <a:lstStyle/>
          <a:p>
            <a:pPr marL="0" indent="0">
              <a:lnSpc>
                <a:spcPct val="115000"/>
              </a:lnSpc>
              <a:buNone/>
            </a:pPr>
            <a:r>
              <a:rPr lang="en-US" sz="1000" b="1" err="1">
                <a:solidFill>
                  <a:srgbClr val="27500A"/>
                </a:solidFill>
                <a:latin typeface="Arial"/>
                <a:ea typeface="Arial" pitchFamily="34" charset="-122"/>
                <a:cs typeface="Arial"/>
              </a:rPr>
              <a:t>정답</a:t>
            </a:r>
            <a:r>
              <a:rPr lang="en-US" sz="1000" b="1">
                <a:solidFill>
                  <a:srgbClr val="27500A"/>
                </a:solidFill>
                <a:latin typeface="Arial"/>
                <a:ea typeface="Arial" pitchFamily="34" charset="-122"/>
                <a:cs typeface="Arial"/>
              </a:rPr>
              <a:t>(CA1) 시  </a:t>
            </a:r>
            <a:r>
              <a:rPr lang="en-US" sz="1000" err="1">
                <a:solidFill>
                  <a:srgbClr val="27500A"/>
                </a:solidFill>
                <a:latin typeface="Arial"/>
                <a:ea typeface="Arial" pitchFamily="34" charset="-122"/>
                <a:cs typeface="Arial"/>
              </a:rPr>
              <a:t>정답</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선택</a:t>
            </a:r>
            <a:r>
              <a:rPr lang="en-US" sz="1000">
                <a:solidFill>
                  <a:srgbClr val="27500A"/>
                </a:solidFill>
                <a:latin typeface="Arial"/>
                <a:ea typeface="Arial" pitchFamily="34" charset="-122"/>
                <a:cs typeface="Arial"/>
              </a:rPr>
              <a:t> → </a:t>
            </a:r>
            <a:r>
              <a:rPr lang="en-US" sz="1000" err="1">
                <a:solidFill>
                  <a:srgbClr val="27500A"/>
                </a:solidFill>
                <a:latin typeface="Arial"/>
                <a:ea typeface="Arial" pitchFamily="34" charset="-122"/>
                <a:cs typeface="Arial"/>
              </a:rPr>
              <a:t>핵심</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주장임을</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확인</a:t>
            </a:r>
            <a:r>
              <a:rPr lang="en-US" sz="1000">
                <a:solidFill>
                  <a:srgbClr val="27500A"/>
                </a:solidFill>
                <a:latin typeface="Arial"/>
                <a:ea typeface="Arial" pitchFamily="34" charset="-122"/>
                <a:cs typeface="Arial"/>
              </a:rPr>
              <a:t> 후 </a:t>
            </a:r>
            <a:r>
              <a:rPr lang="en-US" sz="1000" err="1">
                <a:solidFill>
                  <a:srgbClr val="27500A"/>
                </a:solidFill>
                <a:latin typeface="Arial"/>
                <a:ea typeface="Arial" pitchFamily="34" charset="-122"/>
                <a:cs typeface="Arial"/>
              </a:rPr>
              <a:t>진행</a:t>
            </a:r>
            <a:r>
              <a:rPr lang="en-US" sz="1000">
                <a:solidFill>
                  <a:srgbClr val="27500A"/>
                </a:solidFill>
                <a:latin typeface="Arial"/>
                <a:ea typeface="Arial" pitchFamily="34" charset="-122"/>
                <a:cs typeface="Arial"/>
              </a:rPr>
              <a:t>.</a:t>
            </a:r>
            <a:endParaRPr lang="en-US" sz="1000">
              <a:solidFill>
                <a:srgbClr val="000000"/>
              </a:solidFill>
              <a:latin typeface="Arial"/>
              <a:ea typeface="Calibri" panose="020F0502020204030204"/>
              <a:cs typeface="Calibri" panose="020F0502020204030204"/>
            </a:endParaRPr>
          </a:p>
          <a:p>
            <a:pPr>
              <a:lnSpc>
                <a:spcPct val="114999"/>
              </a:lnSpc>
            </a:pPr>
            <a:endParaRPr lang="en-US" sz="1000">
              <a:solidFill>
                <a:srgbClr val="27500A"/>
              </a:solidFill>
              <a:latin typeface="Arial"/>
              <a:cs typeface="Arial"/>
            </a:endParaRPr>
          </a:p>
          <a:p>
            <a:pPr>
              <a:lnSpc>
                <a:spcPct val="114999"/>
              </a:lnSpc>
            </a:pPr>
            <a:r>
              <a:rPr lang="ko-KR" altLang="en-US" sz="1000">
                <a:solidFill>
                  <a:srgbClr val="27500A"/>
                </a:solidFill>
                <a:latin typeface="Calibri"/>
                <a:ea typeface="맑은 고딕"/>
                <a:cs typeface="Arial"/>
              </a:rPr>
              <a:t>정답 문장: </a:t>
            </a:r>
            <a:r>
              <a:rPr lang="ko-KR" sz="800">
                <a:solidFill>
                  <a:srgbClr val="0C447C"/>
                </a:solidFill>
                <a:latin typeface="Arial"/>
                <a:ea typeface="맑은 고딕"/>
                <a:cs typeface="Arial"/>
              </a:rPr>
              <a:t>게임할 때 자극되는 상상력·놀이</a:t>
            </a:r>
            <a:r>
              <a:rPr lang="en-US" sz="800">
                <a:solidFill>
                  <a:srgbClr val="0C447C"/>
                </a:solidFill>
                <a:latin typeface="Arial"/>
                <a:ea typeface="맑은 고딕"/>
                <a:cs typeface="Arial"/>
              </a:rPr>
              <a:t> </a:t>
            </a:r>
            <a:r>
              <a:rPr lang="ko-KR" altLang="en-US" sz="800" err="1">
                <a:solidFill>
                  <a:srgbClr val="0C447C"/>
                </a:solidFill>
                <a:latin typeface="Arial"/>
                <a:ea typeface="맑은 고딕"/>
                <a:cs typeface="Arial"/>
              </a:rPr>
              <a:t>욕구가</a:t>
            </a:r>
            <a:r>
              <a:rPr lang="en-US" sz="800">
                <a:solidFill>
                  <a:srgbClr val="0C447C"/>
                </a:solidFill>
                <a:latin typeface="Arial"/>
                <a:ea typeface="맑은 고딕"/>
                <a:cs typeface="Arial"/>
              </a:rPr>
              <a:t> </a:t>
            </a:r>
            <a:r>
              <a:rPr lang="ko-KR" sz="800">
                <a:solidFill>
                  <a:srgbClr val="0C447C"/>
                </a:solidFill>
                <a:latin typeface="Arial"/>
                <a:ea typeface="맑은 고딕"/>
                <a:cs typeface="Arial"/>
              </a:rPr>
              <a:t>정신</a:t>
            </a:r>
            <a:r>
              <a:rPr lang="en-US" sz="800">
                <a:solidFill>
                  <a:srgbClr val="0C447C"/>
                </a:solidFill>
                <a:latin typeface="Arial"/>
                <a:ea typeface="맑은 고딕"/>
                <a:cs typeface="Arial"/>
              </a:rPr>
              <a:t> </a:t>
            </a:r>
            <a:r>
              <a:rPr lang="ko-KR" sz="800">
                <a:solidFill>
                  <a:srgbClr val="0C447C"/>
                </a:solidFill>
                <a:latin typeface="Arial"/>
                <a:ea typeface="맑은 고딕"/>
                <a:cs typeface="Arial"/>
              </a:rPr>
              <a:t>건강에</a:t>
            </a:r>
            <a:r>
              <a:rPr lang="en-US" sz="800">
                <a:solidFill>
                  <a:srgbClr val="0C447C"/>
                </a:solidFill>
                <a:latin typeface="Arial"/>
                <a:ea typeface="맑은 고딕"/>
                <a:cs typeface="Arial"/>
              </a:rPr>
              <a:t> </a:t>
            </a:r>
            <a:r>
              <a:rPr lang="ko-KR" altLang="en-US" sz="800" err="1">
                <a:solidFill>
                  <a:srgbClr val="0C447C"/>
                </a:solidFill>
                <a:latin typeface="Arial"/>
                <a:ea typeface="맑은 고딕"/>
                <a:cs typeface="Arial"/>
              </a:rPr>
              <a:t>도움된다</a:t>
            </a:r>
            <a:r>
              <a:rPr lang="en-US" sz="800">
                <a:solidFill>
                  <a:srgbClr val="0C447C"/>
                </a:solidFill>
                <a:latin typeface="Arial"/>
                <a:ea typeface="맑은 고딕"/>
                <a:cs typeface="Arial"/>
              </a:rPr>
              <a:t>.</a:t>
            </a:r>
            <a:endParaRPr lang="ko-KR" sz="1000">
              <a:solidFill>
                <a:srgbClr val="27500A"/>
              </a:solidFill>
              <a:latin typeface="Arial"/>
              <a:ea typeface="맑은 고딕"/>
              <a:cs typeface="Arial"/>
            </a:endParaRPr>
          </a:p>
        </p:txBody>
      </p:sp>
      <p:sp>
        <p:nvSpPr>
          <p:cNvPr id="29" name="Shape 27"/>
          <p:cNvSpPr/>
          <p:nvPr/>
        </p:nvSpPr>
        <p:spPr>
          <a:xfrm>
            <a:off x="6720840" y="2523744"/>
            <a:ext cx="5029200" cy="822960"/>
          </a:xfrm>
          <a:prstGeom prst="roundRect">
            <a:avLst>
              <a:gd name="adj" fmla="val 6667"/>
            </a:avLst>
          </a:prstGeom>
          <a:solidFill>
            <a:srgbClr val="FAECE7"/>
          </a:solidFill>
          <a:ln w="9525">
            <a:solidFill>
              <a:srgbClr val="993C1D"/>
            </a:solidFill>
            <a:prstDash val="solid"/>
          </a:ln>
        </p:spPr>
      </p:sp>
      <p:sp>
        <p:nvSpPr>
          <p:cNvPr id="30" name="Text 28"/>
          <p:cNvSpPr/>
          <p:nvPr/>
        </p:nvSpPr>
        <p:spPr>
          <a:xfrm>
            <a:off x="6848856" y="2578608"/>
            <a:ext cx="4773168" cy="713232"/>
          </a:xfrm>
          <a:prstGeom prst="rect">
            <a:avLst/>
          </a:prstGeom>
          <a:noFill/>
          <a:ln/>
        </p:spPr>
        <p:txBody>
          <a:bodyPr wrap="square" lIns="0" tIns="0" rIns="0" bIns="0" rtlCol="0" anchor="t"/>
          <a:lstStyle/>
          <a:p>
            <a:pPr>
              <a:lnSpc>
                <a:spcPct val="115000"/>
              </a:lnSpc>
            </a:pPr>
            <a:r>
              <a:rPr lang="en-US" sz="1000" b="1" err="1">
                <a:solidFill>
                  <a:srgbClr val="712B13"/>
                </a:solidFill>
                <a:latin typeface="Arial"/>
                <a:ea typeface="Arial" pitchFamily="34" charset="-122"/>
                <a:cs typeface="Arial"/>
              </a:rPr>
              <a:t>오답</a:t>
            </a:r>
            <a:r>
              <a:rPr lang="en-US" sz="1000" b="1">
                <a:solidFill>
                  <a:srgbClr val="712B13"/>
                </a:solidFill>
                <a:latin typeface="Arial"/>
                <a:ea typeface="Arial" pitchFamily="34" charset="-122"/>
                <a:cs typeface="Arial"/>
              </a:rPr>
              <a:t>/</a:t>
            </a:r>
            <a:r>
              <a:rPr lang="en-US" sz="1000" b="1" err="1">
                <a:solidFill>
                  <a:srgbClr val="712B13"/>
                </a:solidFill>
                <a:latin typeface="Arial"/>
                <a:ea typeface="Arial" pitchFamily="34" charset="-122"/>
                <a:cs typeface="Arial"/>
              </a:rPr>
              <a:t>망설임</a:t>
            </a:r>
            <a:r>
              <a:rPr lang="en-US" sz="1000" b="1">
                <a:solidFill>
                  <a:srgbClr val="712B13"/>
                </a:solidFill>
                <a:latin typeface="Arial"/>
                <a:ea typeface="Arial" pitchFamily="34" charset="-122"/>
                <a:cs typeface="Arial"/>
              </a:rPr>
              <a:t>(CA2) 시  </a:t>
            </a:r>
            <a:r>
              <a:rPr lang="en-US" sz="1000" err="1">
                <a:solidFill>
                  <a:srgbClr val="712B13"/>
                </a:solidFill>
                <a:latin typeface="Arial"/>
                <a:ea typeface="Arial" pitchFamily="34" charset="-122"/>
                <a:cs typeface="Arial"/>
              </a:rPr>
              <a:t>다른</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타일</a:t>
            </a:r>
            <a:r>
              <a:rPr lang="en-US" sz="1000">
                <a:solidFill>
                  <a:srgbClr val="712B13"/>
                </a:solidFill>
                <a:latin typeface="Arial"/>
                <a:ea typeface="Arial" pitchFamily="34" charset="-122"/>
                <a:cs typeface="Arial"/>
              </a:rPr>
              <a:t> → </a:t>
            </a:r>
            <a:r>
              <a:rPr lang="en-US" sz="1000" err="1">
                <a:solidFill>
                  <a:srgbClr val="712B13"/>
                </a:solidFill>
                <a:latin typeface="Arial"/>
                <a:ea typeface="Arial" pitchFamily="34" charset="-122"/>
                <a:cs typeface="Arial"/>
              </a:rPr>
              <a:t>문단을</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다시</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보라고</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유도</a:t>
            </a:r>
            <a:r>
              <a:rPr lang="en-US" sz="1000">
                <a:solidFill>
                  <a:srgbClr val="712B13"/>
                </a:solidFill>
                <a:latin typeface="Arial"/>
                <a:ea typeface="Arial" pitchFamily="34" charset="-122"/>
                <a:cs typeface="Arial"/>
              </a:rPr>
              <a:t> (</a:t>
            </a:r>
            <a:r>
              <a:rPr lang="ko-KR" altLang="en-US" sz="1000">
                <a:solidFill>
                  <a:srgbClr val="712B13"/>
                </a:solidFill>
                <a:latin typeface="Arial"/>
                <a:ea typeface="Arial" pitchFamily="34" charset="-122"/>
                <a:cs typeface="Arial"/>
              </a:rPr>
              <a:t>스캐폴딩</a:t>
            </a:r>
            <a:r>
              <a:rPr lang="en-US" altLang="ko-KR" sz="1000">
                <a:solidFill>
                  <a:srgbClr val="712B13"/>
                </a:solidFill>
                <a:latin typeface="Arial"/>
                <a:ea typeface="Arial" pitchFamily="34" charset="-122"/>
                <a:cs typeface="Arial"/>
              </a:rPr>
              <a:t>) </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재도전</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틀리면</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핵심</a:t>
            </a:r>
            <a:r>
              <a:rPr lang="en-US" sz="1000">
                <a:solidFill>
                  <a:srgbClr val="712B13"/>
                </a:solidFill>
                <a:latin typeface="Arial"/>
                <a:ea typeface="Arial" pitchFamily="34" charset="-122"/>
                <a:cs typeface="Arial"/>
              </a:rPr>
              <a:t> </a:t>
            </a:r>
            <a:r>
              <a:rPr lang="en-US" sz="1000" err="1">
                <a:solidFill>
                  <a:srgbClr val="712B13"/>
                </a:solidFill>
                <a:latin typeface="Arial"/>
                <a:ea typeface="Arial" pitchFamily="34" charset="-122"/>
                <a:cs typeface="Arial"/>
              </a:rPr>
              <a:t>문구</a:t>
            </a:r>
            <a:r>
              <a:rPr lang="en-US" sz="1000">
                <a:solidFill>
                  <a:srgbClr val="712B13"/>
                </a:solidFill>
                <a:latin typeface="Arial"/>
                <a:ea typeface="Arial" pitchFamily="34" charset="-122"/>
                <a:cs typeface="Arial"/>
              </a:rPr>
              <a:t>(a child's love of play and imagination) </a:t>
            </a:r>
            <a:r>
              <a:rPr lang="en-US" sz="1000" err="1">
                <a:solidFill>
                  <a:srgbClr val="712B13"/>
                </a:solidFill>
                <a:latin typeface="Arial"/>
                <a:ea typeface="Arial" pitchFamily="34" charset="-122"/>
                <a:cs typeface="Arial"/>
              </a:rPr>
              <a:t>하이라이트</a:t>
            </a:r>
            <a:r>
              <a:rPr lang="en-US" sz="1000">
                <a:solidFill>
                  <a:srgbClr val="712B13"/>
                </a:solidFill>
                <a:latin typeface="Arial"/>
                <a:ea typeface="Arial" pitchFamily="34" charset="-122"/>
                <a:cs typeface="Arial"/>
              </a:rPr>
              <a:t>.</a:t>
            </a:r>
            <a:endParaRPr lang="en-US" sz="1000">
              <a:latin typeface="Arial"/>
              <a:cs typeface="Arial"/>
            </a:endParaRPr>
          </a:p>
        </p:txBody>
      </p:sp>
      <p:sp>
        <p:nvSpPr>
          <p:cNvPr id="31" name="Text 29"/>
          <p:cNvSpPr/>
          <p:nvPr/>
        </p:nvSpPr>
        <p:spPr>
          <a:xfrm>
            <a:off x="6720840" y="3456432"/>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32" name="Shape 30"/>
          <p:cNvSpPr/>
          <p:nvPr/>
        </p:nvSpPr>
        <p:spPr>
          <a:xfrm>
            <a:off x="6720840" y="3675888"/>
            <a:ext cx="2926080" cy="329184"/>
          </a:xfrm>
          <a:prstGeom prst="roundRect">
            <a:avLst>
              <a:gd name="adj" fmla="val 50000"/>
            </a:avLst>
          </a:prstGeom>
          <a:solidFill>
            <a:srgbClr val="E6F1FB"/>
          </a:solidFill>
          <a:ln w="12700">
            <a:solidFill>
              <a:srgbClr val="185FA5"/>
            </a:solidFill>
            <a:prstDash val="solid"/>
          </a:ln>
        </p:spPr>
      </p:sp>
      <p:sp>
        <p:nvSpPr>
          <p:cNvPr id="33" name="Text 31"/>
          <p:cNvSpPr/>
          <p:nvPr/>
        </p:nvSpPr>
        <p:spPr>
          <a:xfrm>
            <a:off x="6720840" y="3675888"/>
            <a:ext cx="2926080" cy="329184"/>
          </a:xfrm>
          <a:prstGeom prst="rect">
            <a:avLst/>
          </a:prstGeom>
          <a:noFill/>
          <a:ln/>
        </p:spPr>
        <p:txBody>
          <a:bodyPr wrap="square" lIns="0" tIns="0" rIns="0" bIns="0" rtlCol="0" anchor="ctr"/>
          <a:lstStyle/>
          <a:p>
            <a:pPr marL="0" indent="0" algn="ctr">
              <a:buNone/>
            </a:pPr>
            <a:r>
              <a:rPr lang="en-US" sz="1000" b="1">
                <a:solidFill>
                  <a:srgbClr val="0C447C"/>
                </a:solidFill>
                <a:latin typeface="Arial" pitchFamily="34" charset="0"/>
                <a:ea typeface="Arial" pitchFamily="34" charset="-122"/>
                <a:cs typeface="Arial" pitchFamily="34" charset="-120"/>
              </a:rPr>
              <a:t>선택형 UI · 텍스트 하이라이트</a:t>
            </a:r>
            <a:endParaRPr lang="en-US" sz="1000"/>
          </a:p>
        </p:txBody>
      </p:sp>
      <p:sp>
        <p:nvSpPr>
          <p:cNvPr id="35" name="Rectangle 34">
            <a:extLst>
              <a:ext uri="{FF2B5EF4-FFF2-40B4-BE49-F238E27FC236}">
                <a16:creationId xmlns:a16="http://schemas.microsoft.com/office/drawing/2014/main" id="{498BCC75-747A-5061-490B-137D7B6B0F4B}"/>
              </a:ext>
            </a:extLst>
          </p:cNvPr>
          <p:cNvSpPr/>
          <p:nvPr/>
        </p:nvSpPr>
        <p:spPr>
          <a:xfrm>
            <a:off x="542327" y="1898518"/>
            <a:ext cx="3082247" cy="10411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그룹 8">
            <a:extLst>
              <a:ext uri="{FF2B5EF4-FFF2-40B4-BE49-F238E27FC236}">
                <a16:creationId xmlns:a16="http://schemas.microsoft.com/office/drawing/2014/main" id="{196B9F3E-7075-8C54-8F66-86B25CDF9D62}"/>
              </a:ext>
            </a:extLst>
          </p:cNvPr>
          <p:cNvGrpSpPr/>
          <p:nvPr/>
        </p:nvGrpSpPr>
        <p:grpSpPr>
          <a:xfrm>
            <a:off x="331097" y="2507089"/>
            <a:ext cx="252205" cy="278228"/>
            <a:chOff x="4547497" y="2630460"/>
            <a:chExt cx="319193" cy="352128"/>
          </a:xfrm>
        </p:grpSpPr>
        <p:sp>
          <p:nvSpPr>
            <p:cNvPr id="37" name="타원 9">
              <a:extLst>
                <a:ext uri="{FF2B5EF4-FFF2-40B4-BE49-F238E27FC236}">
                  <a16:creationId xmlns:a16="http://schemas.microsoft.com/office/drawing/2014/main" id="{8C82DE80-2855-51DF-1E04-944E02B2FC18}"/>
                </a:ext>
              </a:extLst>
            </p:cNvPr>
            <p:cNvSpPr/>
            <p:nvPr/>
          </p:nvSpPr>
          <p:spPr>
            <a:xfrm>
              <a:off x="4547713" y="2630460"/>
              <a:ext cx="318977" cy="318977"/>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ko-Kore-K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ko-Kore-KR" altLang="en-US"/>
            </a:p>
          </p:txBody>
        </p:sp>
        <p:sp>
          <p:nvSpPr>
            <p:cNvPr id="38" name="TextBox 9">
              <a:extLst>
                <a:ext uri="{FF2B5EF4-FFF2-40B4-BE49-F238E27FC236}">
                  <a16:creationId xmlns:a16="http://schemas.microsoft.com/office/drawing/2014/main" id="{0C027F8F-D47F-591A-2D56-3D7BA899D98E}"/>
                </a:ext>
              </a:extLst>
            </p:cNvPr>
            <p:cNvSpPr txBox="1"/>
            <p:nvPr/>
          </p:nvSpPr>
          <p:spPr>
            <a:xfrm>
              <a:off x="4547497" y="2637517"/>
              <a:ext cx="263504" cy="345071"/>
            </a:xfrm>
            <a:prstGeom prst="rect">
              <a:avLst/>
            </a:prstGeom>
            <a:noFill/>
          </p:spPr>
          <p:txBody>
            <a:bodyPr wrap="square" rtlCol="0">
              <a:spAutoFit/>
            </a:bodyPr>
            <a:lstStyle>
              <a:defPPr>
                <a:defRPr lang="ko-Kore-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ko-Kore-KR" sz="1100" b="1">
                  <a:solidFill>
                    <a:schemeClr val="bg1"/>
                  </a:solidFill>
                </a:rPr>
                <a:t>1</a:t>
              </a:r>
              <a:endParaRPr kumimoji="1" lang="ko-Kore-KR" altLang="en-US" sz="1100" b="1">
                <a:solidFill>
                  <a:schemeClr val="bg1"/>
                </a:solidFill>
              </a:endParaRPr>
            </a:p>
          </p:txBody>
        </p:sp>
      </p:grpSp>
      <p:sp>
        <p:nvSpPr>
          <p:cNvPr id="41" name="TextBox 40">
            <a:extLst>
              <a:ext uri="{FF2B5EF4-FFF2-40B4-BE49-F238E27FC236}">
                <a16:creationId xmlns:a16="http://schemas.microsoft.com/office/drawing/2014/main" id="{5E70EF99-3011-7610-D786-A6031A002FCA}"/>
              </a:ext>
            </a:extLst>
          </p:cNvPr>
          <p:cNvSpPr txBox="1"/>
          <p:nvPr/>
        </p:nvSpPr>
        <p:spPr>
          <a:xfrm>
            <a:off x="6607908" y="5180400"/>
            <a:ext cx="4784645" cy="369332"/>
          </a:xfrm>
          <a:prstGeom prst="rect">
            <a:avLst/>
          </a:prstGeom>
          <a:noFill/>
        </p:spPr>
        <p:txBody>
          <a:bodyPr wrap="square" lIns="91440" tIns="45720" rIns="91440" bIns="45720" rtlCol="0" anchor="t">
            <a:spAutoFit/>
          </a:bodyPr>
          <a:lstStyle/>
          <a:p>
            <a:pPr marL="228600" indent="-228600">
              <a:buAutoNum type="arabicPeriod"/>
            </a:pPr>
            <a:r>
              <a:rPr lang="ko-KR" altLang="en-US" sz="900" b="1">
                <a:ea typeface="맑은 고딕"/>
                <a:cs typeface="Calibri" panose="020F0502020204030204"/>
              </a:rPr>
              <a:t>두 번째 단락 전체에 불이 켜지거나 색깔을 바꾸어서 이 부분을 봐야 한다는 표시를 줌.</a:t>
            </a:r>
          </a:p>
          <a:p>
            <a:pPr marL="228600" indent="-228600">
              <a:buAutoNum type="arabicPeriod"/>
            </a:pPr>
            <a:r>
              <a:rPr lang="ko-KR" altLang="en-US" sz="900" b="1">
                <a:ea typeface="맑은 고딕"/>
                <a:cs typeface="Calibri" panose="020F0502020204030204"/>
              </a:rPr>
              <a:t>오답/망설임 시 힌트 문장 추가 하이라이트.</a:t>
            </a:r>
          </a:p>
        </p:txBody>
      </p:sp>
      <p:grpSp>
        <p:nvGrpSpPr>
          <p:cNvPr id="44" name="그룹 8">
            <a:extLst>
              <a:ext uri="{FF2B5EF4-FFF2-40B4-BE49-F238E27FC236}">
                <a16:creationId xmlns:a16="http://schemas.microsoft.com/office/drawing/2014/main" id="{8D0BD7FC-C190-E982-1783-0DA9C68B1AE6}"/>
              </a:ext>
            </a:extLst>
          </p:cNvPr>
          <p:cNvGrpSpPr/>
          <p:nvPr/>
        </p:nvGrpSpPr>
        <p:grpSpPr>
          <a:xfrm>
            <a:off x="2181668" y="1970060"/>
            <a:ext cx="252205" cy="267186"/>
            <a:chOff x="4547497" y="2630460"/>
            <a:chExt cx="319193" cy="338153"/>
          </a:xfrm>
        </p:grpSpPr>
        <p:sp>
          <p:nvSpPr>
            <p:cNvPr id="45" name="타원 9">
              <a:extLst>
                <a:ext uri="{FF2B5EF4-FFF2-40B4-BE49-F238E27FC236}">
                  <a16:creationId xmlns:a16="http://schemas.microsoft.com/office/drawing/2014/main" id="{CC01B6A1-E92E-1FFE-BCE0-63652D3FF62E}"/>
                </a:ext>
              </a:extLst>
            </p:cNvPr>
            <p:cNvSpPr/>
            <p:nvPr/>
          </p:nvSpPr>
          <p:spPr>
            <a:xfrm>
              <a:off x="4547713" y="2630460"/>
              <a:ext cx="318977" cy="318977"/>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ko-Kore-K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ko-Kore-KR" altLang="en-US"/>
            </a:p>
          </p:txBody>
        </p:sp>
        <p:sp>
          <p:nvSpPr>
            <p:cNvPr id="46" name="TextBox 9">
              <a:extLst>
                <a:ext uri="{FF2B5EF4-FFF2-40B4-BE49-F238E27FC236}">
                  <a16:creationId xmlns:a16="http://schemas.microsoft.com/office/drawing/2014/main" id="{BAD0AB2C-30A6-DB3F-3406-70A5D9D64AEB}"/>
                </a:ext>
              </a:extLst>
            </p:cNvPr>
            <p:cNvSpPr txBox="1"/>
            <p:nvPr/>
          </p:nvSpPr>
          <p:spPr>
            <a:xfrm>
              <a:off x="4547497" y="2637517"/>
              <a:ext cx="263504" cy="331096"/>
            </a:xfrm>
            <a:prstGeom prst="rect">
              <a:avLst/>
            </a:prstGeom>
            <a:noFill/>
          </p:spPr>
          <p:txBody>
            <a:bodyPr wrap="square" lIns="91440" tIns="45720" rIns="91440" bIns="45720" rtlCol="0" anchor="t">
              <a:spAutoFit/>
            </a:bodyPr>
            <a:lstStyle>
              <a:defPPr>
                <a:defRPr lang="ko-Kore-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b="1">
                  <a:solidFill>
                    <a:schemeClr val="bg1"/>
                  </a:solidFill>
                  <a:ea typeface="Calibri"/>
                  <a:cs typeface="Calibri"/>
                </a:rPr>
                <a:t>2</a:t>
              </a:r>
            </a:p>
          </p:txBody>
        </p:sp>
      </p:grpSp>
    </p:spTree>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E1F5EE"/>
          </a:solidFill>
          <a:ln/>
        </p:spPr>
      </p:sp>
      <p:sp>
        <p:nvSpPr>
          <p:cNvPr id="3" name="Text 1"/>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085041"/>
                </a:solidFill>
                <a:latin typeface="Arial" pitchFamily="34" charset="0"/>
                <a:ea typeface="Arial" pitchFamily="34" charset="-122"/>
                <a:cs typeface="Arial" pitchFamily="34" charset="-120"/>
              </a:rPr>
              <a:t>1차시  ·  7단계 · 근거 찾기 (본론 2)</a:t>
            </a:r>
            <a:endParaRPr lang="en-US" sz="1600"/>
          </a:p>
        </p:txBody>
      </p:sp>
      <p:sp>
        <p:nvSpPr>
          <p:cNvPr id="4" name="Shape 2"/>
          <p:cNvSpPr/>
          <p:nvPr/>
        </p:nvSpPr>
        <p:spPr>
          <a:xfrm>
            <a:off x="9966960" y="128016"/>
            <a:ext cx="1828800" cy="310896"/>
          </a:xfrm>
          <a:prstGeom prst="roundRect">
            <a:avLst>
              <a:gd name="adj" fmla="val 50000"/>
            </a:avLst>
          </a:prstGeom>
          <a:solidFill>
            <a:srgbClr val="FFFFFF"/>
          </a:solidFill>
          <a:ln w="12700">
            <a:solidFill>
              <a:srgbClr val="0F6E56"/>
            </a:solidFill>
            <a:prstDash val="solid"/>
          </a:ln>
        </p:spPr>
      </p:sp>
      <p:sp>
        <p:nvSpPr>
          <p:cNvPr id="5" name="Text 3"/>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085041"/>
                </a:solidFill>
                <a:latin typeface="Arial" pitchFamily="34" charset="0"/>
                <a:ea typeface="Arial" pitchFamily="34" charset="-122"/>
                <a:cs typeface="Arial" pitchFamily="34" charset="-120"/>
              </a:rPr>
              <a:t>본론 2</a:t>
            </a:r>
            <a:endParaRPr lang="en-US" sz="950"/>
          </a:p>
        </p:txBody>
      </p:sp>
      <p:sp>
        <p:nvSpPr>
          <p:cNvPr id="6" name="Shape 4"/>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sp>
      <p:sp>
        <p:nvSpPr>
          <p:cNvPr id="7" name="Shape 5"/>
          <p:cNvSpPr/>
          <p:nvPr/>
        </p:nvSpPr>
        <p:spPr>
          <a:xfrm>
            <a:off x="457200" y="868680"/>
            <a:ext cx="5943600" cy="256032"/>
          </a:xfrm>
          <a:prstGeom prst="rect">
            <a:avLst/>
          </a:prstGeom>
          <a:solidFill>
            <a:srgbClr val="F0EEE7"/>
          </a:solidFill>
          <a:ln w="9525">
            <a:solidFill>
              <a:srgbClr val="B9B6AC"/>
            </a:solidFill>
            <a:prstDash val="solid"/>
          </a:ln>
        </p:spPr>
      </p:sp>
      <p:sp>
        <p:nvSpPr>
          <p:cNvPr id="8" name="Shape 6"/>
          <p:cNvSpPr/>
          <p:nvPr/>
        </p:nvSpPr>
        <p:spPr>
          <a:xfrm>
            <a:off x="585216" y="960120"/>
            <a:ext cx="73152" cy="73152"/>
          </a:xfrm>
          <a:prstGeom prst="ellipse">
            <a:avLst/>
          </a:prstGeom>
          <a:solidFill>
            <a:srgbClr val="C7C4B9"/>
          </a:solidFill>
          <a:ln/>
        </p:spPr>
      </p:sp>
      <p:sp>
        <p:nvSpPr>
          <p:cNvPr id="9" name="Shape 7"/>
          <p:cNvSpPr/>
          <p:nvPr/>
        </p:nvSpPr>
        <p:spPr>
          <a:xfrm>
            <a:off x="731520" y="960120"/>
            <a:ext cx="73152" cy="73152"/>
          </a:xfrm>
          <a:prstGeom prst="ellipse">
            <a:avLst/>
          </a:prstGeom>
          <a:solidFill>
            <a:srgbClr val="C7C4B9"/>
          </a:solidFill>
          <a:ln/>
        </p:spPr>
      </p:sp>
      <p:sp>
        <p:nvSpPr>
          <p:cNvPr id="10" name="Shape 8"/>
          <p:cNvSpPr/>
          <p:nvPr/>
        </p:nvSpPr>
        <p:spPr>
          <a:xfrm>
            <a:off x="877824" y="960120"/>
            <a:ext cx="73152" cy="73152"/>
          </a:xfrm>
          <a:prstGeom prst="ellipse">
            <a:avLst/>
          </a:prstGeom>
          <a:solidFill>
            <a:srgbClr val="C7C4B9"/>
          </a:solidFill>
          <a:ln/>
        </p:spPr>
      </p:sp>
      <p:sp>
        <p:nvSpPr>
          <p:cNvPr id="11" name="Text 9"/>
          <p:cNvSpPr/>
          <p:nvPr/>
        </p:nvSpPr>
        <p:spPr>
          <a:xfrm>
            <a:off x="621792" y="1234440"/>
            <a:ext cx="291949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텍스트 영역</a:t>
            </a:r>
            <a:endParaRPr lang="en-US" sz="750"/>
          </a:p>
        </p:txBody>
      </p:sp>
      <p:sp>
        <p:nvSpPr>
          <p:cNvPr id="12" name="Text 10"/>
          <p:cNvSpPr/>
          <p:nvPr/>
        </p:nvSpPr>
        <p:spPr>
          <a:xfrm>
            <a:off x="3687592" y="1234440"/>
            <a:ext cx="25486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Activity 영역</a:t>
            </a:r>
            <a:endParaRPr lang="en-US" sz="750"/>
          </a:p>
        </p:txBody>
      </p:sp>
      <p:sp>
        <p:nvSpPr>
          <p:cNvPr id="13" name="Shape 11"/>
          <p:cNvSpPr/>
          <p:nvPr/>
        </p:nvSpPr>
        <p:spPr>
          <a:xfrm>
            <a:off x="621792" y="1417320"/>
            <a:ext cx="2919496" cy="3767328"/>
          </a:xfrm>
          <a:prstGeom prst="roundRect">
            <a:avLst>
              <a:gd name="adj" fmla="val 1566"/>
            </a:avLst>
          </a:prstGeom>
          <a:solidFill>
            <a:srgbClr val="F1EFE8"/>
          </a:solidFill>
          <a:ln w="9525">
            <a:solidFill>
              <a:srgbClr val="D9D7CE"/>
            </a:solidFill>
            <a:prstDash val="solid"/>
          </a:ln>
        </p:spPr>
      </p:sp>
      <p:sp>
        <p:nvSpPr>
          <p:cNvPr id="14" name="Text 12"/>
          <p:cNvSpPr/>
          <p:nvPr/>
        </p:nvSpPr>
        <p:spPr>
          <a:xfrm>
            <a:off x="713232" y="1472184"/>
            <a:ext cx="2736616" cy="3657600"/>
          </a:xfrm>
          <a:prstGeom prst="rect">
            <a:avLst/>
          </a:prstGeom>
          <a:noFill/>
          <a:ln/>
        </p:spPr>
        <p:txBody>
          <a:bodyPr wrap="square" lIns="0" tIns="0" rIns="0" bIns="0" rtlCol="0" anchor="t"/>
          <a:lstStyle/>
          <a:p>
            <a:r>
              <a:rPr lang="en-US" sz="800">
                <a:solidFill>
                  <a:srgbClr val="6D6A63"/>
                </a:solidFill>
                <a:ea typeface="+mn-lt"/>
                <a:cs typeface="+mn-lt"/>
              </a:rPr>
              <a:t>Violent video games are still blamed for real violence, though that link has never been proven. Today, the real question is whether kids should be allowed to play them at all.</a:t>
            </a:r>
            <a:endParaRPr lang="en-US"/>
          </a:p>
          <a:p>
            <a:endParaRPr lang="en-US" sz="800">
              <a:solidFill>
                <a:srgbClr val="6D6A63"/>
              </a:solidFill>
              <a:ea typeface="+mn-lt"/>
              <a:cs typeface="+mn-lt"/>
            </a:endParaRPr>
          </a:p>
          <a:p>
            <a:r>
              <a:rPr lang="en-US" sz="800">
                <a:solidFill>
                  <a:srgbClr val="6D6A63"/>
                </a:solidFill>
                <a:ea typeface="+mn-lt"/>
                <a:cs typeface="+mn-lt"/>
              </a:rPr>
              <a:t>When it comes to mental health, violent video games deserve more credit than they get. Like all games, they tap into a child's love of play and imagination. By the time kids are old enough for "Teen"-rated games, most already know the difference between pretend and real life.</a:t>
            </a:r>
            <a:endParaRPr lang="en-US"/>
          </a:p>
          <a:p>
            <a:endParaRPr lang="en-US" sz="800">
              <a:solidFill>
                <a:srgbClr val="6D6A63"/>
              </a:solidFill>
              <a:ea typeface="+mn-lt"/>
              <a:cs typeface="+mn-lt"/>
            </a:endParaRPr>
          </a:p>
          <a:p>
            <a:pPr>
              <a:lnSpc>
                <a:spcPct val="114999"/>
              </a:lnSpc>
            </a:pPr>
            <a:r>
              <a:rPr lang="en-US" sz="800" b="1">
                <a:solidFill>
                  <a:srgbClr val="0070C0"/>
                </a:solidFill>
                <a:ea typeface="+mn-lt"/>
                <a:cs typeface="+mn-lt"/>
              </a:rPr>
              <a:t>Dr. Michael says violent play doesn't exist. If kids are playing and nobody is scared or hurt, it is not violence. The mild violence in kids' video games is not so different from cops-and-robbers or dodgeball. Violent video games also give kids a safe way to feel hard emotions like anger. Educator Jane says kids who explore tough themes through play often become less aggressive elsewhere. Play helps them "gain mastery over confusion or fear.</a:t>
            </a:r>
            <a:endParaRPr lang="en-US" b="1">
              <a:solidFill>
                <a:srgbClr val="0070C0"/>
              </a:solidFill>
            </a:endParaRPr>
          </a:p>
        </p:txBody>
      </p:sp>
      <p:sp>
        <p:nvSpPr>
          <p:cNvPr id="17" name="Text 15"/>
          <p:cNvSpPr/>
          <p:nvPr/>
        </p:nvSpPr>
        <p:spPr>
          <a:xfrm>
            <a:off x="3779032" y="1673352"/>
            <a:ext cx="2365736" cy="512064"/>
          </a:xfrm>
          <a:prstGeom prst="rect">
            <a:avLst/>
          </a:prstGeom>
          <a:noFill/>
          <a:ln/>
        </p:spPr>
        <p:txBody>
          <a:bodyPr wrap="square" lIns="0" tIns="0" rIns="0" bIns="0" rtlCol="0" anchor="ctr"/>
          <a:lstStyle/>
          <a:p>
            <a:pPr marL="0" indent="0">
              <a:lnSpc>
                <a:spcPct val="100000"/>
              </a:lnSpc>
              <a:buNone/>
            </a:pPr>
            <a:endParaRPr lang="en-US" sz="800">
              <a:solidFill>
                <a:srgbClr val="26221C"/>
              </a:solidFill>
              <a:latin typeface="Arial"/>
              <a:cs typeface="Arial"/>
            </a:endParaRPr>
          </a:p>
        </p:txBody>
      </p:sp>
      <p:sp>
        <p:nvSpPr>
          <p:cNvPr id="18" name="Shape 16"/>
          <p:cNvSpPr/>
          <p:nvPr/>
        </p:nvSpPr>
        <p:spPr>
          <a:xfrm>
            <a:off x="2325769" y="3892296"/>
            <a:ext cx="219456" cy="219456"/>
          </a:xfrm>
          <a:prstGeom prst="ellipse">
            <a:avLst/>
          </a:prstGeom>
          <a:solidFill>
            <a:srgbClr val="FAECE7"/>
          </a:solidFill>
          <a:ln w="12700">
            <a:solidFill>
              <a:srgbClr val="993C1D"/>
            </a:solidFill>
            <a:prstDash val="solid"/>
          </a:ln>
        </p:spPr>
      </p:sp>
      <p:sp>
        <p:nvSpPr>
          <p:cNvPr id="19" name="Text 17"/>
          <p:cNvSpPr/>
          <p:nvPr/>
        </p:nvSpPr>
        <p:spPr>
          <a:xfrm>
            <a:off x="2325769" y="3892296"/>
            <a:ext cx="219456" cy="219456"/>
          </a:xfrm>
          <a:prstGeom prst="rect">
            <a:avLst/>
          </a:prstGeom>
          <a:noFill/>
          <a:ln/>
        </p:spPr>
        <p:txBody>
          <a:bodyPr wrap="square" lIns="0" tIns="0" rIns="0" bIns="0" rtlCol="0" anchor="ctr"/>
          <a:lstStyle/>
          <a:p>
            <a:pPr marL="0" indent="0" algn="ctr">
              <a:buNone/>
            </a:pPr>
            <a:r>
              <a:rPr lang="en-US" sz="1000">
                <a:solidFill>
                  <a:srgbClr val="000000"/>
                </a:solidFill>
                <a:latin typeface="Arial" pitchFamily="34" charset="0"/>
                <a:ea typeface="Arial" pitchFamily="34" charset="-122"/>
                <a:cs typeface="Arial" pitchFamily="34" charset="-120"/>
              </a:rPr>
              <a:t>👆</a:t>
            </a:r>
            <a:endParaRPr lang="en-US" sz="1000"/>
          </a:p>
        </p:txBody>
      </p:sp>
      <p:sp>
        <p:nvSpPr>
          <p:cNvPr id="20" name="Text 18"/>
          <p:cNvSpPr/>
          <p:nvPr/>
        </p:nvSpPr>
        <p:spPr>
          <a:xfrm>
            <a:off x="621792" y="5312664"/>
            <a:ext cx="56144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튜터링 영역</a:t>
            </a:r>
            <a:endParaRPr lang="en-US" sz="750"/>
          </a:p>
        </p:txBody>
      </p:sp>
      <p:sp>
        <p:nvSpPr>
          <p:cNvPr id="21" name="Shape 19"/>
          <p:cNvSpPr/>
          <p:nvPr/>
        </p:nvSpPr>
        <p:spPr>
          <a:xfrm>
            <a:off x="621792" y="5495544"/>
            <a:ext cx="5614416" cy="566928"/>
          </a:xfrm>
          <a:prstGeom prst="roundRect">
            <a:avLst>
              <a:gd name="adj" fmla="val 19355"/>
            </a:avLst>
          </a:prstGeom>
          <a:solidFill>
            <a:srgbClr val="E6F1FB"/>
          </a:solidFill>
          <a:ln w="9525">
            <a:solidFill>
              <a:srgbClr val="185FA5"/>
            </a:solidFill>
            <a:prstDash val="solid"/>
          </a:ln>
        </p:spPr>
      </p:sp>
      <p:sp>
        <p:nvSpPr>
          <p:cNvPr id="22" name="Text 20"/>
          <p:cNvSpPr/>
          <p:nvPr/>
        </p:nvSpPr>
        <p:spPr>
          <a:xfrm>
            <a:off x="749808" y="5495544"/>
            <a:ext cx="5358384" cy="566928"/>
          </a:xfrm>
          <a:prstGeom prst="rect">
            <a:avLst/>
          </a:prstGeom>
          <a:noFill/>
          <a:ln/>
        </p:spPr>
        <p:txBody>
          <a:bodyPr wrap="square" lIns="0" tIns="0" rIns="0" bIns="0" rtlCol="0" anchor="ctr"/>
          <a:lstStyle/>
          <a:p>
            <a:pPr>
              <a:lnSpc>
                <a:spcPct val="105000"/>
              </a:lnSpc>
            </a:pPr>
            <a:r>
              <a:rPr lang="en-US" sz="900" b="1">
                <a:solidFill>
                  <a:srgbClr val="185FA5"/>
                </a:solidFill>
                <a:latin typeface="Arial"/>
                <a:ea typeface="Arial" pitchFamily="34" charset="-122"/>
                <a:cs typeface="Arial"/>
              </a:rPr>
              <a:t>🎙 </a:t>
            </a:r>
            <a:r>
              <a:rPr lang="en-US" sz="900" b="1" err="1">
                <a:solidFill>
                  <a:srgbClr val="185FA5"/>
                </a:solidFill>
                <a:latin typeface="Arial"/>
                <a:ea typeface="Arial" pitchFamily="34" charset="-122"/>
                <a:cs typeface="Arial"/>
              </a:rPr>
              <a:t>튜터</a:t>
            </a:r>
            <a:r>
              <a:rPr lang="en-US" sz="900" b="1">
                <a:solidFill>
                  <a:srgbClr val="185FA5"/>
                </a:solidFill>
                <a:latin typeface="Arial"/>
                <a:ea typeface="Arial" pitchFamily="34" charset="-122"/>
                <a:cs typeface="Arial"/>
              </a:rPr>
              <a:t> </a:t>
            </a:r>
            <a:r>
              <a:rPr lang="ko-KR" altLang="en-US" sz="900">
                <a:solidFill>
                  <a:srgbClr val="185FA5"/>
                </a:solidFill>
                <a:latin typeface="Arial"/>
                <a:ea typeface="Arial" pitchFamily="34" charset="-122"/>
                <a:cs typeface="Arial"/>
              </a:rPr>
              <a:t>새로운</a:t>
            </a:r>
            <a:r>
              <a:rPr lang="en-US" sz="900">
                <a:solidFill>
                  <a:srgbClr val="185FA5"/>
                </a:solidFill>
                <a:latin typeface="Arial"/>
                <a:ea typeface="Arial" pitchFamily="34" charset="-122"/>
                <a:cs typeface="Arial"/>
              </a:rPr>
              <a:t> </a:t>
            </a:r>
            <a:r>
              <a:rPr lang="ko-KR" altLang="en-US" sz="900">
                <a:solidFill>
                  <a:srgbClr val="185FA5"/>
                </a:solidFill>
                <a:latin typeface="Arial"/>
                <a:ea typeface="Arial" pitchFamily="34" charset="-122"/>
                <a:cs typeface="Arial"/>
              </a:rPr>
              <a:t>단락을</a:t>
            </a:r>
            <a:r>
              <a:rPr lang="en-US" sz="900">
                <a:solidFill>
                  <a:srgbClr val="185FA5"/>
                </a:solidFill>
                <a:latin typeface="Arial"/>
                <a:ea typeface="Arial" pitchFamily="34" charset="-122"/>
                <a:cs typeface="Arial"/>
              </a:rPr>
              <a:t> </a:t>
            </a:r>
            <a:r>
              <a:rPr lang="ko-KR" altLang="en-US" sz="900">
                <a:solidFill>
                  <a:srgbClr val="185FA5"/>
                </a:solidFill>
                <a:latin typeface="Arial"/>
                <a:ea typeface="Arial" pitchFamily="34" charset="-122"/>
                <a:cs typeface="Arial"/>
              </a:rPr>
              <a:t>읽어보자</a:t>
            </a:r>
            <a:r>
              <a:rPr lang="en-US" sz="900">
                <a:solidFill>
                  <a:srgbClr val="185FA5"/>
                </a:solidFill>
                <a:latin typeface="Arial"/>
                <a:ea typeface="Arial" pitchFamily="34" charset="-122"/>
                <a:cs typeface="Arial"/>
              </a:rPr>
              <a:t>.</a:t>
            </a:r>
            <a:r>
              <a:rPr lang="en-US" altLang="ko-KR" sz="900">
                <a:solidFill>
                  <a:srgbClr val="185FA5"/>
                </a:solidFill>
                <a:latin typeface="Arial"/>
                <a:ea typeface="Arial" pitchFamily="34" charset="-122"/>
                <a:cs typeface="Arial"/>
              </a:rPr>
              <a:t> 다 </a:t>
            </a:r>
            <a:r>
              <a:rPr lang="en-US" altLang="ko-KR" sz="900" err="1">
                <a:solidFill>
                  <a:srgbClr val="185FA5"/>
                </a:solidFill>
                <a:latin typeface="Arial"/>
                <a:ea typeface="Arial" pitchFamily="34" charset="-122"/>
                <a:cs typeface="Arial"/>
              </a:rPr>
              <a:t>읽으면</a:t>
            </a:r>
            <a:r>
              <a:rPr lang="en-US" altLang="ko-KR" sz="900">
                <a:solidFill>
                  <a:srgbClr val="185FA5"/>
                </a:solidFill>
                <a:latin typeface="Arial"/>
                <a:ea typeface="Arial" pitchFamily="34" charset="-122"/>
                <a:cs typeface="Arial"/>
              </a:rPr>
              <a:t> </a:t>
            </a:r>
            <a:r>
              <a:rPr lang="en-US" altLang="ko-KR" sz="900" err="1">
                <a:solidFill>
                  <a:srgbClr val="185FA5"/>
                </a:solidFill>
                <a:latin typeface="Arial"/>
                <a:ea typeface="Arial" pitchFamily="34" charset="-122"/>
                <a:cs typeface="Arial"/>
              </a:rPr>
              <a:t>알려줘</a:t>
            </a:r>
            <a:r>
              <a:rPr lang="en-US" altLang="ko-KR" sz="900">
                <a:solidFill>
                  <a:srgbClr val="185FA5"/>
                </a:solidFill>
                <a:latin typeface="Arial"/>
                <a:ea typeface="Arial" pitchFamily="34" charset="-122"/>
                <a:cs typeface="Arial"/>
              </a:rPr>
              <a:t>. </a:t>
            </a:r>
            <a:r>
              <a:rPr lang="en-US" sz="900">
                <a:solidFill>
                  <a:srgbClr val="185FA5"/>
                </a:solidFill>
                <a:latin typeface="Arial"/>
                <a:ea typeface="Arial" pitchFamily="34" charset="-122"/>
                <a:cs typeface="Arial"/>
              </a:rPr>
              <a:t>(30초 </a:t>
            </a:r>
            <a:r>
              <a:rPr lang="en-US" sz="900" err="1">
                <a:solidFill>
                  <a:srgbClr val="185FA5"/>
                </a:solidFill>
                <a:latin typeface="Arial"/>
                <a:ea typeface="Arial" pitchFamily="34" charset="-122"/>
                <a:cs typeface="Arial"/>
              </a:rPr>
              <a:t>포즈</a:t>
            </a:r>
            <a:r>
              <a:rPr lang="en-US" sz="900">
                <a:solidFill>
                  <a:srgbClr val="185FA5"/>
                </a:solidFill>
                <a:latin typeface="Arial"/>
                <a:ea typeface="Arial" pitchFamily="34" charset="-122"/>
                <a:cs typeface="Arial"/>
              </a:rPr>
              <a:t>)</a:t>
            </a:r>
            <a:endParaRPr lang="en-US" altLang="ko-KR" sz="900">
              <a:solidFill>
                <a:srgbClr val="000000"/>
              </a:solidFill>
              <a:latin typeface="Arial"/>
              <a:ea typeface="Arial" pitchFamily="34" charset="-122"/>
              <a:cs typeface="Arial"/>
            </a:endParaRPr>
          </a:p>
          <a:p>
            <a:pPr>
              <a:lnSpc>
                <a:spcPct val="105000"/>
              </a:lnSpc>
            </a:pPr>
            <a:r>
              <a:rPr lang="ko-KR" altLang="en-US" sz="1000">
                <a:solidFill>
                  <a:srgbClr val="0C447C"/>
                </a:solidFill>
                <a:latin typeface="Arial"/>
                <a:ea typeface="Arial" pitchFamily="34" charset="-122"/>
                <a:cs typeface="Arial"/>
              </a:rPr>
              <a:t>글쓴이가</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폭력은</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존재하지</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않는다’라고</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말했어</a:t>
            </a:r>
            <a:r>
              <a:rPr lang="en-US" sz="1000">
                <a:solidFill>
                  <a:srgbClr val="0C447C"/>
                </a:solidFill>
                <a:latin typeface="Arial"/>
                <a:ea typeface="Arial" pitchFamily="34" charset="-122"/>
                <a:cs typeface="Arial"/>
              </a:rPr>
              <a:t>. 그 </a:t>
            </a:r>
            <a:r>
              <a:rPr lang="en-US" sz="1000" err="1">
                <a:solidFill>
                  <a:srgbClr val="0C447C"/>
                </a:solidFill>
                <a:latin typeface="Arial"/>
                <a:ea typeface="Arial" pitchFamily="34" charset="-122"/>
                <a:cs typeface="Arial"/>
              </a:rPr>
              <a:t>문장이</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어디에</a:t>
            </a:r>
            <a:r>
              <a:rPr lang="en-US" sz="1000">
                <a:solidFill>
                  <a:srgbClr val="0C447C"/>
                </a:solidFill>
                <a:latin typeface="Arial"/>
                <a:ea typeface="Arial" pitchFamily="34" charset="-122"/>
                <a:cs typeface="Arial"/>
              </a:rPr>
              <a:t> </a:t>
            </a:r>
            <a:r>
              <a:rPr lang="en-US" sz="1000" err="1">
                <a:solidFill>
                  <a:srgbClr val="0C447C"/>
                </a:solidFill>
                <a:latin typeface="Arial"/>
                <a:ea typeface="Arial" pitchFamily="34" charset="-122"/>
                <a:cs typeface="Arial"/>
              </a:rPr>
              <a:t>있지</a:t>
            </a:r>
            <a:r>
              <a:rPr lang="en-US" sz="1000">
                <a:solidFill>
                  <a:srgbClr val="0C447C"/>
                </a:solidFill>
                <a:latin typeface="Arial"/>
                <a:ea typeface="Arial" pitchFamily="34" charset="-122"/>
                <a:cs typeface="Arial"/>
              </a:rPr>
              <a:t>?</a:t>
            </a:r>
            <a:endParaRPr lang="en-US" sz="900">
              <a:latin typeface="Arial"/>
              <a:cs typeface="Arial"/>
            </a:endParaRPr>
          </a:p>
        </p:txBody>
      </p:sp>
      <p:sp>
        <p:nvSpPr>
          <p:cNvPr id="23" name="Text 21"/>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24" name="Text 22"/>
          <p:cNvSpPr/>
          <p:nvPr/>
        </p:nvSpPr>
        <p:spPr>
          <a:xfrm>
            <a:off x="6720840" y="1088136"/>
            <a:ext cx="5029200" cy="365760"/>
          </a:xfrm>
          <a:prstGeom prst="rect">
            <a:avLst/>
          </a:prstGeom>
          <a:noFill/>
          <a:ln/>
        </p:spPr>
        <p:txBody>
          <a:bodyPr wrap="square" lIns="0" tIns="0" rIns="0" bIns="0" rtlCol="0" anchor="ctr"/>
          <a:lstStyle/>
          <a:p>
            <a:pPr marL="0" indent="0">
              <a:lnSpc>
                <a:spcPct val="110000"/>
              </a:lnSpc>
              <a:buNone/>
            </a:pPr>
            <a:r>
              <a:rPr lang="en-US" sz="1200" b="1">
                <a:solidFill>
                  <a:srgbClr val="26221C"/>
                </a:solidFill>
                <a:latin typeface="Arial" pitchFamily="34" charset="0"/>
                <a:ea typeface="Arial" pitchFamily="34" charset="-122"/>
                <a:cs typeface="Arial" pitchFamily="34" charset="-120"/>
              </a:rPr>
              <a:t>주장의 근거 문장을 직접 짚어 찾게 하고, 이어서 개방형 토론으로 확장한다.</a:t>
            </a:r>
            <a:endParaRPr lang="en-US" sz="1200"/>
          </a:p>
        </p:txBody>
      </p:sp>
      <p:sp>
        <p:nvSpPr>
          <p:cNvPr id="25" name="Shape 23"/>
          <p:cNvSpPr/>
          <p:nvPr/>
        </p:nvSpPr>
        <p:spPr>
          <a:xfrm>
            <a:off x="6720840" y="1591056"/>
            <a:ext cx="5029200" cy="822960"/>
          </a:xfrm>
          <a:prstGeom prst="roundRect">
            <a:avLst>
              <a:gd name="adj" fmla="val 6667"/>
            </a:avLst>
          </a:prstGeom>
          <a:solidFill>
            <a:srgbClr val="EAF3DE"/>
          </a:solidFill>
          <a:ln w="9525">
            <a:solidFill>
              <a:srgbClr val="3B6D11"/>
            </a:solidFill>
            <a:prstDash val="solid"/>
          </a:ln>
        </p:spPr>
      </p:sp>
      <p:sp>
        <p:nvSpPr>
          <p:cNvPr id="26" name="Text 24"/>
          <p:cNvSpPr/>
          <p:nvPr/>
        </p:nvSpPr>
        <p:spPr>
          <a:xfrm>
            <a:off x="6848856" y="1645920"/>
            <a:ext cx="4773168" cy="713232"/>
          </a:xfrm>
          <a:prstGeom prst="rect">
            <a:avLst/>
          </a:prstGeom>
          <a:noFill/>
          <a:ln/>
        </p:spPr>
        <p:txBody>
          <a:bodyPr wrap="square" lIns="0" tIns="0" rIns="0" bIns="0" rtlCol="0" anchor="t"/>
          <a:lstStyle/>
          <a:p>
            <a:pPr marL="0" indent="0">
              <a:lnSpc>
                <a:spcPct val="115000"/>
              </a:lnSpc>
              <a:buNone/>
            </a:pPr>
            <a:r>
              <a:rPr lang="en-US" sz="1000" b="1" err="1">
                <a:solidFill>
                  <a:srgbClr val="27500A"/>
                </a:solidFill>
                <a:latin typeface="Arial"/>
                <a:ea typeface="Arial" pitchFamily="34" charset="-122"/>
                <a:cs typeface="Arial"/>
              </a:rPr>
              <a:t>정답</a:t>
            </a:r>
            <a:r>
              <a:rPr lang="en-US" sz="1000" b="1">
                <a:solidFill>
                  <a:srgbClr val="27500A"/>
                </a:solidFill>
                <a:latin typeface="Arial"/>
                <a:ea typeface="Arial" pitchFamily="34" charset="-122"/>
                <a:cs typeface="Arial"/>
              </a:rPr>
              <a:t>(CA1) 시  </a:t>
            </a:r>
            <a:r>
              <a:rPr lang="en-US" sz="1000" err="1">
                <a:solidFill>
                  <a:srgbClr val="27500A"/>
                </a:solidFill>
                <a:latin typeface="Arial"/>
                <a:ea typeface="Arial" pitchFamily="34" charset="-122"/>
                <a:cs typeface="Arial"/>
              </a:rPr>
              <a:t>정답</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문장</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집기</a:t>
            </a:r>
            <a:r>
              <a:rPr lang="en-US" sz="1000">
                <a:solidFill>
                  <a:srgbClr val="27500A"/>
                </a:solidFill>
                <a:latin typeface="Arial"/>
                <a:ea typeface="Arial" pitchFamily="34" charset="-122"/>
                <a:cs typeface="Arial"/>
              </a:rPr>
              <a:t> → (▶ 7-A cops-and-robbers/dodgeball </a:t>
            </a:r>
            <a:r>
              <a:rPr lang="en-US" sz="1000" err="1">
                <a:solidFill>
                  <a:srgbClr val="27500A"/>
                </a:solidFill>
                <a:latin typeface="Arial"/>
                <a:ea typeface="Arial" pitchFamily="34" charset="-122"/>
                <a:cs typeface="Arial"/>
              </a:rPr>
              <a:t>비교</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화면으로</a:t>
            </a:r>
            <a:r>
              <a:rPr lang="en-US" sz="1000">
                <a:solidFill>
                  <a:srgbClr val="27500A"/>
                </a:solidFill>
                <a:latin typeface="Arial"/>
                <a:ea typeface="Arial" pitchFamily="34" charset="-122"/>
                <a:cs typeface="Arial"/>
              </a:rPr>
              <a:t> </a:t>
            </a:r>
            <a:r>
              <a:rPr lang="en-US" sz="1000" err="1">
                <a:solidFill>
                  <a:srgbClr val="27500A"/>
                </a:solidFill>
                <a:latin typeface="Arial"/>
                <a:ea typeface="Arial" pitchFamily="34" charset="-122"/>
                <a:cs typeface="Arial"/>
              </a:rPr>
              <a:t>이어짐</a:t>
            </a:r>
            <a:r>
              <a:rPr lang="en-US" sz="1000">
                <a:solidFill>
                  <a:srgbClr val="27500A"/>
                </a:solidFill>
                <a:latin typeface="Arial"/>
                <a:ea typeface="Arial" pitchFamily="34" charset="-122"/>
                <a:cs typeface="Arial"/>
              </a:rPr>
              <a:t>)</a:t>
            </a:r>
            <a:endParaRPr lang="en-US" sz="1000">
              <a:solidFill>
                <a:srgbClr val="000000"/>
              </a:solidFill>
              <a:latin typeface="Arial"/>
              <a:ea typeface="Calibri" panose="020F0502020204030204"/>
              <a:cs typeface="Calibri" panose="020F0502020204030204"/>
            </a:endParaRPr>
          </a:p>
          <a:p>
            <a:pPr marL="171450" indent="-171450">
              <a:lnSpc>
                <a:spcPct val="114999"/>
              </a:lnSpc>
              <a:buFont typeface="Arial"/>
              <a:buChar char="•"/>
            </a:pPr>
            <a:r>
              <a:rPr lang="ko-KR" altLang="en-US" sz="1000">
                <a:solidFill>
                  <a:srgbClr val="27500A"/>
                </a:solidFill>
                <a:latin typeface="Calibri"/>
                <a:ea typeface="맑은 고딕"/>
                <a:cs typeface="Arial"/>
              </a:rPr>
              <a:t>정답 문장: </a:t>
            </a:r>
            <a:r>
              <a:rPr lang="en-US" sz="800">
                <a:solidFill>
                  <a:srgbClr val="26221C"/>
                </a:solidFill>
                <a:latin typeface="Arial"/>
                <a:cs typeface="Arial"/>
              </a:rPr>
              <a:t>Dr. Michael says violent play doesn't exist. If </a:t>
            </a:r>
            <a:r>
              <a:rPr lang="en-US" sz="800" err="1">
                <a:solidFill>
                  <a:srgbClr val="26221C"/>
                </a:solidFill>
                <a:latin typeface="Arial"/>
                <a:cs typeface="Arial"/>
              </a:rPr>
              <a:t>kidsare</a:t>
            </a:r>
            <a:r>
              <a:rPr lang="en-US" sz="800">
                <a:solidFill>
                  <a:srgbClr val="26221C"/>
                </a:solidFill>
                <a:latin typeface="Arial"/>
                <a:cs typeface="Arial"/>
              </a:rPr>
              <a:t> playing and nobody is scared or hurt, it is </a:t>
            </a:r>
            <a:r>
              <a:rPr lang="en-US" sz="800" err="1">
                <a:solidFill>
                  <a:srgbClr val="26221C"/>
                </a:solidFill>
                <a:latin typeface="Arial"/>
                <a:cs typeface="Arial"/>
              </a:rPr>
              <a:t>notviolence</a:t>
            </a:r>
            <a:r>
              <a:rPr lang="en-US" sz="800">
                <a:solidFill>
                  <a:srgbClr val="26221C"/>
                </a:solidFill>
                <a:latin typeface="Arial"/>
                <a:cs typeface="Arial"/>
              </a:rPr>
              <a:t>.</a:t>
            </a:r>
            <a:endParaRPr lang="en-US" sz="1000">
              <a:solidFill>
                <a:srgbClr val="27500A"/>
              </a:solidFill>
              <a:latin typeface="Calibri"/>
              <a:cs typeface="Arial"/>
            </a:endParaRPr>
          </a:p>
        </p:txBody>
      </p:sp>
      <p:sp>
        <p:nvSpPr>
          <p:cNvPr id="27" name="Shape 25"/>
          <p:cNvSpPr/>
          <p:nvPr/>
        </p:nvSpPr>
        <p:spPr>
          <a:xfrm>
            <a:off x="6720840" y="2523744"/>
            <a:ext cx="5029200" cy="822960"/>
          </a:xfrm>
          <a:prstGeom prst="roundRect">
            <a:avLst>
              <a:gd name="adj" fmla="val 6667"/>
            </a:avLst>
          </a:prstGeom>
          <a:solidFill>
            <a:srgbClr val="FAECE7"/>
          </a:solidFill>
          <a:ln w="9525">
            <a:solidFill>
              <a:srgbClr val="993C1D"/>
            </a:solidFill>
            <a:prstDash val="solid"/>
          </a:ln>
        </p:spPr>
      </p:sp>
      <p:sp>
        <p:nvSpPr>
          <p:cNvPr id="28" name="Text 26"/>
          <p:cNvSpPr/>
          <p:nvPr/>
        </p:nvSpPr>
        <p:spPr>
          <a:xfrm>
            <a:off x="6848856" y="2578608"/>
            <a:ext cx="4773168" cy="713232"/>
          </a:xfrm>
          <a:prstGeom prst="rect">
            <a:avLst/>
          </a:prstGeom>
          <a:noFill/>
          <a:ln/>
        </p:spPr>
        <p:txBody>
          <a:bodyPr wrap="square" lIns="0" tIns="0" rIns="0" bIns="0" rtlCol="0" anchor="t"/>
          <a:lstStyle/>
          <a:p>
            <a:pPr marL="0" indent="0">
              <a:lnSpc>
                <a:spcPct val="115000"/>
              </a:lnSpc>
              <a:buNone/>
            </a:pPr>
            <a:r>
              <a:rPr lang="en-US" sz="1000" b="1">
                <a:solidFill>
                  <a:srgbClr val="712B13"/>
                </a:solidFill>
                <a:latin typeface="Arial" pitchFamily="34" charset="0"/>
                <a:ea typeface="Arial" pitchFamily="34" charset="-122"/>
                <a:cs typeface="Arial" pitchFamily="34" charset="-120"/>
              </a:rPr>
              <a:t>오답/망설임(CA2) 시  </a:t>
            </a:r>
            <a:r>
              <a:rPr lang="en-US" sz="1000">
                <a:solidFill>
                  <a:srgbClr val="712B13"/>
                </a:solidFill>
                <a:latin typeface="Arial" pitchFamily="34" charset="0"/>
                <a:ea typeface="Arial" pitchFamily="34" charset="-122"/>
                <a:cs typeface="Arial" pitchFamily="34" charset="-120"/>
              </a:rPr>
              <a:t>다른 문장 집거나 못 찾음 → 다시 짚어볼까? 재질문.</a:t>
            </a:r>
            <a:endParaRPr lang="en-US" sz="1000"/>
          </a:p>
        </p:txBody>
      </p:sp>
      <p:sp>
        <p:nvSpPr>
          <p:cNvPr id="29" name="Text 27"/>
          <p:cNvSpPr/>
          <p:nvPr/>
        </p:nvSpPr>
        <p:spPr>
          <a:xfrm>
            <a:off x="6720840" y="3456432"/>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30" name="Shape 28"/>
          <p:cNvSpPr/>
          <p:nvPr/>
        </p:nvSpPr>
        <p:spPr>
          <a:xfrm>
            <a:off x="6720840" y="3675888"/>
            <a:ext cx="2926080" cy="329184"/>
          </a:xfrm>
          <a:prstGeom prst="roundRect">
            <a:avLst>
              <a:gd name="adj" fmla="val 50000"/>
            </a:avLst>
          </a:prstGeom>
          <a:solidFill>
            <a:srgbClr val="E6F1FB"/>
          </a:solidFill>
          <a:ln w="12700">
            <a:solidFill>
              <a:srgbClr val="185FA5"/>
            </a:solidFill>
            <a:prstDash val="solid"/>
          </a:ln>
        </p:spPr>
      </p:sp>
      <p:sp>
        <p:nvSpPr>
          <p:cNvPr id="31" name="Text 29"/>
          <p:cNvSpPr/>
          <p:nvPr/>
        </p:nvSpPr>
        <p:spPr>
          <a:xfrm>
            <a:off x="6720840" y="3675888"/>
            <a:ext cx="2926080" cy="329184"/>
          </a:xfrm>
          <a:prstGeom prst="rect">
            <a:avLst/>
          </a:prstGeom>
          <a:noFill/>
          <a:ln/>
        </p:spPr>
        <p:txBody>
          <a:bodyPr wrap="square" lIns="0" tIns="0" rIns="0" bIns="0" rtlCol="0" anchor="ctr"/>
          <a:lstStyle/>
          <a:p>
            <a:pPr marL="0" indent="0" algn="ctr">
              <a:buNone/>
            </a:pPr>
            <a:r>
              <a:rPr lang="en-US" sz="1000" b="1">
                <a:solidFill>
                  <a:srgbClr val="0C447C"/>
                </a:solidFill>
                <a:latin typeface="Arial" pitchFamily="34" charset="0"/>
                <a:ea typeface="Arial" pitchFamily="34" charset="-122"/>
                <a:cs typeface="Arial" pitchFamily="34" charset="-120"/>
              </a:rPr>
              <a:t>터치/짚기 기능</a:t>
            </a:r>
            <a:endParaRPr lang="en-US" sz="1000"/>
          </a:p>
        </p:txBody>
      </p:sp>
      <p:sp>
        <p:nvSpPr>
          <p:cNvPr id="32" name="Text 30"/>
          <p:cNvSpPr/>
          <p:nvPr/>
        </p:nvSpPr>
        <p:spPr>
          <a:xfrm>
            <a:off x="6720840" y="6263640"/>
            <a:ext cx="5029200" cy="274320"/>
          </a:xfrm>
          <a:prstGeom prst="rect">
            <a:avLst/>
          </a:prstGeom>
          <a:noFill/>
          <a:ln/>
        </p:spPr>
        <p:txBody>
          <a:bodyPr wrap="square" lIns="0" tIns="0" rIns="0" bIns="0" rtlCol="0" anchor="ctr"/>
          <a:lstStyle/>
          <a:p>
            <a:pPr marL="0" indent="0">
              <a:buNone/>
            </a:pPr>
            <a:r>
              <a:rPr lang="en-US" sz="950" i="1">
                <a:solidFill>
                  <a:srgbClr val="085041"/>
                </a:solidFill>
                <a:latin typeface="Arial" pitchFamily="34" charset="0"/>
                <a:ea typeface="Arial" pitchFamily="34" charset="-122"/>
                <a:cs typeface="Arial" pitchFamily="34" charset="-120"/>
              </a:rPr>
              <a:t>→ “7-A”에서 개방형 놀이 비교 화면 참고</a:t>
            </a:r>
            <a:endParaRPr lang="en-US" sz="950"/>
          </a:p>
        </p:txBody>
      </p:sp>
      <p:sp>
        <p:nvSpPr>
          <p:cNvPr id="34" name="Rectangle 33">
            <a:extLst>
              <a:ext uri="{FF2B5EF4-FFF2-40B4-BE49-F238E27FC236}">
                <a16:creationId xmlns:a16="http://schemas.microsoft.com/office/drawing/2014/main" id="{C69E0A21-4088-0EE8-B38D-D1B318BDAE25}"/>
              </a:ext>
            </a:extLst>
          </p:cNvPr>
          <p:cNvSpPr/>
          <p:nvPr/>
        </p:nvSpPr>
        <p:spPr>
          <a:xfrm>
            <a:off x="622157" y="2660517"/>
            <a:ext cx="1826762" cy="163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타원 9">
            <a:extLst>
              <a:ext uri="{FF2B5EF4-FFF2-40B4-BE49-F238E27FC236}">
                <a16:creationId xmlns:a16="http://schemas.microsoft.com/office/drawing/2014/main" id="{9ACDB2B9-1C33-B1C8-B107-2AE2B111A2DE}"/>
              </a:ext>
            </a:extLst>
          </p:cNvPr>
          <p:cNvSpPr/>
          <p:nvPr/>
        </p:nvSpPr>
        <p:spPr>
          <a:xfrm>
            <a:off x="454639" y="2565146"/>
            <a:ext cx="252034" cy="25203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ko-Kore-K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ko-Kore-KR" altLang="en-US"/>
          </a:p>
        </p:txBody>
      </p:sp>
      <p:sp>
        <p:nvSpPr>
          <p:cNvPr id="40" name="TextBox 9">
            <a:extLst>
              <a:ext uri="{FF2B5EF4-FFF2-40B4-BE49-F238E27FC236}">
                <a16:creationId xmlns:a16="http://schemas.microsoft.com/office/drawing/2014/main" id="{629274A1-9329-E705-2281-BBF86F59181C}"/>
              </a:ext>
            </a:extLst>
          </p:cNvPr>
          <p:cNvSpPr txBox="1"/>
          <p:nvPr/>
        </p:nvSpPr>
        <p:spPr>
          <a:xfrm>
            <a:off x="454468" y="2570722"/>
            <a:ext cx="208203" cy="272652"/>
          </a:xfrm>
          <a:prstGeom prst="rect">
            <a:avLst/>
          </a:prstGeom>
          <a:noFill/>
        </p:spPr>
        <p:txBody>
          <a:bodyPr wrap="square" rtlCol="0">
            <a:spAutoFit/>
          </a:bodyPr>
          <a:lstStyle>
            <a:defPPr>
              <a:defRPr lang="ko-Kore-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ko-Kore-KR" sz="1100" b="1">
                <a:solidFill>
                  <a:schemeClr val="bg1"/>
                </a:solidFill>
              </a:rPr>
              <a:t>1</a:t>
            </a:r>
            <a:endParaRPr kumimoji="1" lang="ko-Kore-KR" altLang="en-US" sz="1100" b="1">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E1F5EE"/>
          </a:solidFill>
          <a:ln/>
        </p:spPr>
      </p:sp>
      <p:sp>
        <p:nvSpPr>
          <p:cNvPr id="3" name="Text 1"/>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085041"/>
                </a:solidFill>
                <a:latin typeface="Arial" pitchFamily="34" charset="0"/>
                <a:ea typeface="Arial" pitchFamily="34" charset="-122"/>
                <a:cs typeface="Arial" pitchFamily="34" charset="-120"/>
              </a:rPr>
              <a:t>1차시  ·  7-A · 놀이 비교 (보조 화면, 개방형)</a:t>
            </a:r>
            <a:endParaRPr lang="en-US" sz="1600"/>
          </a:p>
        </p:txBody>
      </p:sp>
      <p:sp>
        <p:nvSpPr>
          <p:cNvPr id="4" name="Shape 2"/>
          <p:cNvSpPr/>
          <p:nvPr/>
        </p:nvSpPr>
        <p:spPr>
          <a:xfrm>
            <a:off x="9966960" y="128016"/>
            <a:ext cx="1828800" cy="310896"/>
          </a:xfrm>
          <a:prstGeom prst="roundRect">
            <a:avLst>
              <a:gd name="adj" fmla="val 50000"/>
            </a:avLst>
          </a:prstGeom>
          <a:solidFill>
            <a:srgbClr val="FFFFFF"/>
          </a:solidFill>
          <a:ln w="12700">
            <a:solidFill>
              <a:srgbClr val="0F6E56"/>
            </a:solidFill>
            <a:prstDash val="solid"/>
          </a:ln>
        </p:spPr>
      </p:sp>
      <p:sp>
        <p:nvSpPr>
          <p:cNvPr id="5" name="Text 3"/>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085041"/>
                </a:solidFill>
                <a:latin typeface="Arial" pitchFamily="34" charset="0"/>
                <a:ea typeface="Arial" pitchFamily="34" charset="-122"/>
                <a:cs typeface="Arial" pitchFamily="34" charset="-120"/>
              </a:rPr>
              <a:t>PRO 스캐폴딩</a:t>
            </a:r>
            <a:endParaRPr lang="en-US" sz="950"/>
          </a:p>
        </p:txBody>
      </p:sp>
      <p:sp>
        <p:nvSpPr>
          <p:cNvPr id="6" name="Shape 4"/>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sp>
      <p:sp>
        <p:nvSpPr>
          <p:cNvPr id="7" name="Shape 5"/>
          <p:cNvSpPr/>
          <p:nvPr/>
        </p:nvSpPr>
        <p:spPr>
          <a:xfrm>
            <a:off x="457200" y="868680"/>
            <a:ext cx="5943600" cy="256032"/>
          </a:xfrm>
          <a:prstGeom prst="rect">
            <a:avLst/>
          </a:prstGeom>
          <a:solidFill>
            <a:srgbClr val="F0EEE7"/>
          </a:solidFill>
          <a:ln w="9525">
            <a:solidFill>
              <a:srgbClr val="B9B6AC"/>
            </a:solidFill>
            <a:prstDash val="solid"/>
          </a:ln>
        </p:spPr>
      </p:sp>
      <p:sp>
        <p:nvSpPr>
          <p:cNvPr id="8" name="Shape 6"/>
          <p:cNvSpPr/>
          <p:nvPr/>
        </p:nvSpPr>
        <p:spPr>
          <a:xfrm>
            <a:off x="585216" y="960120"/>
            <a:ext cx="73152" cy="73152"/>
          </a:xfrm>
          <a:prstGeom prst="ellipse">
            <a:avLst/>
          </a:prstGeom>
          <a:solidFill>
            <a:srgbClr val="C7C4B9"/>
          </a:solidFill>
          <a:ln/>
        </p:spPr>
      </p:sp>
      <p:sp>
        <p:nvSpPr>
          <p:cNvPr id="9" name="Shape 7"/>
          <p:cNvSpPr/>
          <p:nvPr/>
        </p:nvSpPr>
        <p:spPr>
          <a:xfrm>
            <a:off x="731520" y="960120"/>
            <a:ext cx="73152" cy="73152"/>
          </a:xfrm>
          <a:prstGeom prst="ellipse">
            <a:avLst/>
          </a:prstGeom>
          <a:solidFill>
            <a:srgbClr val="C7C4B9"/>
          </a:solidFill>
          <a:ln/>
        </p:spPr>
      </p:sp>
      <p:sp>
        <p:nvSpPr>
          <p:cNvPr id="10" name="Shape 8"/>
          <p:cNvSpPr/>
          <p:nvPr/>
        </p:nvSpPr>
        <p:spPr>
          <a:xfrm>
            <a:off x="877824" y="960120"/>
            <a:ext cx="73152" cy="73152"/>
          </a:xfrm>
          <a:prstGeom prst="ellipse">
            <a:avLst/>
          </a:prstGeom>
          <a:solidFill>
            <a:srgbClr val="C7C4B9"/>
          </a:solidFill>
          <a:ln/>
        </p:spPr>
      </p:sp>
      <p:sp>
        <p:nvSpPr>
          <p:cNvPr id="11" name="Text 9"/>
          <p:cNvSpPr/>
          <p:nvPr/>
        </p:nvSpPr>
        <p:spPr>
          <a:xfrm>
            <a:off x="621792" y="1234440"/>
            <a:ext cx="291949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텍스트 영역</a:t>
            </a:r>
            <a:endParaRPr lang="en-US" sz="750"/>
          </a:p>
        </p:txBody>
      </p:sp>
      <p:sp>
        <p:nvSpPr>
          <p:cNvPr id="12" name="Text 10"/>
          <p:cNvSpPr/>
          <p:nvPr/>
        </p:nvSpPr>
        <p:spPr>
          <a:xfrm>
            <a:off x="3687592" y="1234440"/>
            <a:ext cx="25486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Activity 영역</a:t>
            </a:r>
            <a:endParaRPr lang="en-US" sz="750"/>
          </a:p>
        </p:txBody>
      </p:sp>
      <p:sp>
        <p:nvSpPr>
          <p:cNvPr id="13" name="Shape 11"/>
          <p:cNvSpPr/>
          <p:nvPr/>
        </p:nvSpPr>
        <p:spPr>
          <a:xfrm>
            <a:off x="621792" y="1417320"/>
            <a:ext cx="2919496" cy="3767328"/>
          </a:xfrm>
          <a:prstGeom prst="roundRect">
            <a:avLst>
              <a:gd name="adj" fmla="val 1566"/>
            </a:avLst>
          </a:prstGeom>
          <a:solidFill>
            <a:srgbClr val="F1EFE8"/>
          </a:solidFill>
          <a:ln w="9525">
            <a:solidFill>
              <a:srgbClr val="D9D7CE"/>
            </a:solidFill>
            <a:prstDash val="solid"/>
          </a:ln>
        </p:spPr>
      </p:sp>
      <p:sp>
        <p:nvSpPr>
          <p:cNvPr id="14" name="Text 12"/>
          <p:cNvSpPr/>
          <p:nvPr/>
        </p:nvSpPr>
        <p:spPr>
          <a:xfrm>
            <a:off x="713232" y="1472184"/>
            <a:ext cx="2736616" cy="3657600"/>
          </a:xfrm>
          <a:prstGeom prst="rect">
            <a:avLst/>
          </a:prstGeom>
          <a:noFill/>
          <a:ln/>
        </p:spPr>
        <p:txBody>
          <a:bodyPr wrap="square" lIns="0" tIns="0" rIns="0" bIns="0" rtlCol="0" anchor="t"/>
          <a:lstStyle/>
          <a:p>
            <a:r>
              <a:rPr lang="en-US" sz="800" dirty="0">
                <a:solidFill>
                  <a:srgbClr val="6D6A63"/>
                </a:solidFill>
                <a:latin typeface="Calibri"/>
                <a:ea typeface="Calibri"/>
                <a:cs typeface="Calibri"/>
              </a:rPr>
              <a:t>Violent video games are still blamed for real violence, though </a:t>
            </a:r>
            <a:r>
              <a:rPr lang="en-US" sz="800" dirty="0" err="1">
                <a:solidFill>
                  <a:srgbClr val="6D6A63"/>
                </a:solidFill>
                <a:latin typeface="Calibri"/>
                <a:ea typeface="Calibri"/>
                <a:cs typeface="Calibri"/>
              </a:rPr>
              <a:t>thatlink</a:t>
            </a:r>
            <a:r>
              <a:rPr lang="en-US" sz="800" dirty="0">
                <a:solidFill>
                  <a:srgbClr val="6D6A63"/>
                </a:solidFill>
                <a:latin typeface="Calibri"/>
                <a:ea typeface="Calibri"/>
                <a:cs typeface="Calibri"/>
              </a:rPr>
              <a:t> has never been proven. Today, the real question is </a:t>
            </a:r>
            <a:r>
              <a:rPr lang="en-US" sz="800" dirty="0" err="1">
                <a:solidFill>
                  <a:srgbClr val="6D6A63"/>
                </a:solidFill>
                <a:latin typeface="Calibri"/>
                <a:ea typeface="Calibri"/>
                <a:cs typeface="Calibri"/>
              </a:rPr>
              <a:t>whetherkids</a:t>
            </a:r>
            <a:r>
              <a:rPr lang="en-US" sz="800" dirty="0">
                <a:solidFill>
                  <a:srgbClr val="6D6A63"/>
                </a:solidFill>
                <a:latin typeface="Calibri"/>
                <a:ea typeface="Calibri"/>
                <a:cs typeface="Calibri"/>
              </a:rPr>
              <a:t> should be allowed to play them at all.</a:t>
            </a:r>
            <a:endParaRPr lang="en-US" sz="800" dirty="0">
              <a:solidFill>
                <a:srgbClr val="000000"/>
              </a:solidFill>
              <a:latin typeface="Calibri"/>
              <a:ea typeface="Calibri"/>
              <a:cs typeface="Calibri"/>
            </a:endParaRPr>
          </a:p>
          <a:p>
            <a:endParaRPr lang="en-US" sz="800" dirty="0">
              <a:solidFill>
                <a:srgbClr val="000000"/>
              </a:solidFill>
              <a:latin typeface="Calibri"/>
              <a:ea typeface="Calibri"/>
              <a:cs typeface="Calibri"/>
            </a:endParaRPr>
          </a:p>
          <a:p>
            <a:r>
              <a:rPr lang="en-US" sz="800" dirty="0">
                <a:solidFill>
                  <a:srgbClr val="6D6A63"/>
                </a:solidFill>
                <a:latin typeface="Calibri"/>
                <a:ea typeface="Calibri"/>
                <a:cs typeface="Calibri"/>
              </a:rPr>
              <a:t>When it comes to mental health, violent video games </a:t>
            </a:r>
            <a:r>
              <a:rPr lang="en-US" sz="800" dirty="0" err="1">
                <a:solidFill>
                  <a:srgbClr val="6D6A63"/>
                </a:solidFill>
                <a:latin typeface="Calibri"/>
                <a:ea typeface="Calibri"/>
                <a:cs typeface="Calibri"/>
              </a:rPr>
              <a:t>deservemore</a:t>
            </a:r>
            <a:r>
              <a:rPr lang="en-US" sz="800" dirty="0">
                <a:solidFill>
                  <a:srgbClr val="6D6A63"/>
                </a:solidFill>
                <a:latin typeface="Calibri"/>
                <a:ea typeface="Calibri"/>
                <a:cs typeface="Calibri"/>
              </a:rPr>
              <a:t> credit than they get. Like all games, they tap into a </a:t>
            </a:r>
            <a:r>
              <a:rPr lang="en-US" sz="800" dirty="0" err="1">
                <a:solidFill>
                  <a:srgbClr val="6D6A63"/>
                </a:solidFill>
                <a:latin typeface="Calibri"/>
                <a:ea typeface="Calibri"/>
                <a:cs typeface="Calibri"/>
              </a:rPr>
              <a:t>child'slove</a:t>
            </a:r>
            <a:r>
              <a:rPr lang="en-US" sz="800" dirty="0">
                <a:solidFill>
                  <a:srgbClr val="6D6A63"/>
                </a:solidFill>
                <a:latin typeface="Calibri"/>
                <a:ea typeface="Calibri"/>
                <a:cs typeface="Calibri"/>
              </a:rPr>
              <a:t> of play and imagination. By the time kids are old enough </a:t>
            </a:r>
            <a:r>
              <a:rPr lang="en-US" sz="800" dirty="0" err="1">
                <a:solidFill>
                  <a:srgbClr val="6D6A63"/>
                </a:solidFill>
                <a:latin typeface="Calibri"/>
                <a:ea typeface="Calibri"/>
                <a:cs typeface="Calibri"/>
              </a:rPr>
              <a:t>for"Teen</a:t>
            </a:r>
            <a:r>
              <a:rPr lang="en-US" sz="800" dirty="0">
                <a:solidFill>
                  <a:srgbClr val="6D6A63"/>
                </a:solidFill>
                <a:latin typeface="Calibri"/>
                <a:ea typeface="Calibri"/>
                <a:cs typeface="Calibri"/>
              </a:rPr>
              <a:t>"-rated games, most already know the difference </a:t>
            </a:r>
            <a:r>
              <a:rPr lang="en-US" sz="800" dirty="0" err="1">
                <a:solidFill>
                  <a:srgbClr val="6D6A63"/>
                </a:solidFill>
                <a:latin typeface="Calibri"/>
                <a:ea typeface="Calibri"/>
                <a:cs typeface="Calibri"/>
              </a:rPr>
              <a:t>betweenpretend</a:t>
            </a:r>
            <a:r>
              <a:rPr lang="en-US" sz="800" dirty="0">
                <a:solidFill>
                  <a:srgbClr val="6D6A63"/>
                </a:solidFill>
                <a:latin typeface="Calibri"/>
                <a:ea typeface="Calibri"/>
                <a:cs typeface="Calibri"/>
              </a:rPr>
              <a:t> and real life.</a:t>
            </a:r>
            <a:endParaRPr lang="en-US" sz="800" dirty="0">
              <a:solidFill>
                <a:srgbClr val="000000"/>
              </a:solidFill>
              <a:latin typeface="Calibri"/>
              <a:ea typeface="Calibri"/>
              <a:cs typeface="Calibri"/>
            </a:endParaRPr>
          </a:p>
          <a:p>
            <a:endParaRPr lang="en-US" sz="800" dirty="0">
              <a:solidFill>
                <a:srgbClr val="000000"/>
              </a:solidFill>
              <a:latin typeface="Calibri"/>
              <a:ea typeface="Calibri"/>
              <a:cs typeface="Calibri"/>
            </a:endParaRPr>
          </a:p>
          <a:p>
            <a:pPr>
              <a:lnSpc>
                <a:spcPct val="114999"/>
              </a:lnSpc>
            </a:pPr>
            <a:r>
              <a:rPr lang="en-US" sz="800" b="1" dirty="0">
                <a:solidFill>
                  <a:srgbClr val="0070C0"/>
                </a:solidFill>
                <a:latin typeface="Calibri"/>
                <a:ea typeface="Calibri"/>
                <a:cs typeface="Calibri"/>
              </a:rPr>
              <a:t>Dr. Michael says violent play doesn't exist. If kids are playing </a:t>
            </a:r>
            <a:r>
              <a:rPr lang="en-US" sz="800" b="1" dirty="0" err="1">
                <a:solidFill>
                  <a:srgbClr val="0070C0"/>
                </a:solidFill>
                <a:latin typeface="Calibri"/>
                <a:ea typeface="Calibri"/>
                <a:cs typeface="Calibri"/>
              </a:rPr>
              <a:t>andnobody</a:t>
            </a:r>
            <a:r>
              <a:rPr lang="en-US" sz="800" b="1" dirty="0">
                <a:solidFill>
                  <a:srgbClr val="0070C0"/>
                </a:solidFill>
                <a:latin typeface="Calibri"/>
                <a:ea typeface="Calibri"/>
                <a:cs typeface="Calibri"/>
              </a:rPr>
              <a:t> is scared or hurt, it is not violence. The mild violence in kids' video games is not so different from cops-and-robbers or dodgeball. Violent video games also give kids a safe way to feel hard emotions like anger. Educator Jane says kids who explore tough themes through play often become less aggressive elsewhere. Play helps them "gain mastery over confusion or fear.</a:t>
            </a:r>
          </a:p>
        </p:txBody>
      </p:sp>
      <p:sp>
        <p:nvSpPr>
          <p:cNvPr id="15" name="Text 13"/>
          <p:cNvSpPr/>
          <p:nvPr/>
        </p:nvSpPr>
        <p:spPr>
          <a:xfrm>
            <a:off x="3687592" y="1435608"/>
            <a:ext cx="2743200" cy="201168"/>
          </a:xfrm>
          <a:prstGeom prst="rect">
            <a:avLst/>
          </a:prstGeom>
          <a:noFill/>
          <a:ln/>
        </p:spPr>
        <p:txBody>
          <a:bodyPr wrap="square" lIns="0" tIns="0" rIns="0" bIns="0" rtlCol="0" anchor="ctr"/>
          <a:lstStyle/>
          <a:p>
            <a:pPr marL="0" indent="0">
              <a:buNone/>
            </a:pPr>
            <a:r>
              <a:rPr lang="en-US" sz="850" b="1" dirty="0" err="1">
                <a:solidFill>
                  <a:srgbClr val="6D6A63"/>
                </a:solidFill>
                <a:latin typeface="Arial"/>
                <a:ea typeface="Arial" pitchFamily="34" charset="-122"/>
                <a:cs typeface="Arial"/>
              </a:rPr>
              <a:t>인터랙션</a:t>
            </a:r>
            <a:r>
              <a:rPr lang="en-US" sz="850" b="1" dirty="0">
                <a:solidFill>
                  <a:srgbClr val="6D6A63"/>
                </a:solidFill>
                <a:latin typeface="Arial"/>
                <a:ea typeface="Arial" pitchFamily="34" charset="-122"/>
                <a:cs typeface="Arial"/>
              </a:rPr>
              <a:t> · </a:t>
            </a:r>
            <a:r>
              <a:rPr lang="en-US" sz="850" b="1" dirty="0" err="1">
                <a:solidFill>
                  <a:srgbClr val="6D6A63"/>
                </a:solidFill>
                <a:latin typeface="Arial"/>
                <a:ea typeface="Arial" pitchFamily="34" charset="-122"/>
                <a:cs typeface="Arial"/>
              </a:rPr>
              <a:t>이미지</a:t>
            </a:r>
            <a:r>
              <a:rPr lang="en-US" sz="850" b="1" dirty="0">
                <a:solidFill>
                  <a:srgbClr val="6D6A63"/>
                </a:solidFill>
                <a:latin typeface="Arial"/>
                <a:ea typeface="Arial" pitchFamily="34" charset="-122"/>
                <a:cs typeface="Arial"/>
              </a:rPr>
              <a:t> </a:t>
            </a:r>
            <a:r>
              <a:rPr lang="ko-KR" altLang="en-US" sz="850" b="1" dirty="0">
                <a:solidFill>
                  <a:srgbClr val="6D6A63"/>
                </a:solidFill>
                <a:latin typeface="Arial"/>
                <a:ea typeface="Arial" pitchFamily="34" charset="-122"/>
                <a:cs typeface="Arial"/>
              </a:rPr>
              <a:t>제시</a:t>
            </a:r>
            <a:endParaRPr lang="ko-KR" altLang="en-US" sz="850" b="1" dirty="0">
              <a:solidFill>
                <a:srgbClr val="6D6A63"/>
              </a:solidFill>
              <a:latin typeface="Arial"/>
              <a:cs typeface="Arial"/>
            </a:endParaRPr>
          </a:p>
        </p:txBody>
      </p:sp>
      <p:sp>
        <p:nvSpPr>
          <p:cNvPr id="16" name="Shape 14"/>
          <p:cNvSpPr/>
          <p:nvPr/>
        </p:nvSpPr>
        <p:spPr>
          <a:xfrm>
            <a:off x="3687592" y="1673352"/>
            <a:ext cx="1210300" cy="777240"/>
          </a:xfrm>
          <a:prstGeom prst="roundRect">
            <a:avLst>
              <a:gd name="adj" fmla="val 7059"/>
            </a:avLst>
          </a:prstGeom>
          <a:solidFill>
            <a:srgbClr val="E9E6DC"/>
          </a:solidFill>
          <a:ln w="12700">
            <a:solidFill>
              <a:srgbClr val="B9B6AC"/>
            </a:solidFill>
            <a:prstDash val="dash"/>
          </a:ln>
        </p:spPr>
      </p:sp>
      <p:sp>
        <p:nvSpPr>
          <p:cNvPr id="17" name="Text 15"/>
          <p:cNvSpPr/>
          <p:nvPr/>
        </p:nvSpPr>
        <p:spPr>
          <a:xfrm>
            <a:off x="3687592" y="1728216"/>
            <a:ext cx="1210300" cy="365760"/>
          </a:xfrm>
          <a:prstGeom prst="rect">
            <a:avLst/>
          </a:prstGeom>
          <a:noFill/>
          <a:ln/>
        </p:spPr>
        <p:txBody>
          <a:bodyPr wrap="square" lIns="0" tIns="0" rIns="0" bIns="0" rtlCol="0" anchor="ctr"/>
          <a:lstStyle/>
          <a:p>
            <a:pPr marL="0" indent="0" algn="ctr">
              <a:buNone/>
            </a:pPr>
            <a:r>
              <a:rPr lang="en-US" sz="1600">
                <a:solidFill>
                  <a:srgbClr val="000000"/>
                </a:solidFill>
                <a:latin typeface="Arial" pitchFamily="34" charset="0"/>
                <a:ea typeface="Arial" pitchFamily="34" charset="-122"/>
                <a:cs typeface="Arial" pitchFamily="34" charset="-120"/>
              </a:rPr>
              <a:t>🖼</a:t>
            </a:r>
            <a:endParaRPr lang="en-US" sz="1600"/>
          </a:p>
        </p:txBody>
      </p:sp>
      <p:sp>
        <p:nvSpPr>
          <p:cNvPr id="18" name="Text 16"/>
          <p:cNvSpPr/>
          <p:nvPr/>
        </p:nvSpPr>
        <p:spPr>
          <a:xfrm>
            <a:off x="3742456" y="2075688"/>
            <a:ext cx="1100572" cy="338328"/>
          </a:xfrm>
          <a:prstGeom prst="rect">
            <a:avLst/>
          </a:prstGeom>
          <a:noFill/>
          <a:ln/>
        </p:spPr>
        <p:txBody>
          <a:bodyPr wrap="square" lIns="0" tIns="0" rIns="0" bIns="0" rtlCol="0" anchor="ctr"/>
          <a:lstStyle/>
          <a:p>
            <a:pPr marL="0" indent="0" algn="ctr">
              <a:lnSpc>
                <a:spcPct val="100000"/>
              </a:lnSpc>
              <a:buNone/>
            </a:pPr>
            <a:r>
              <a:rPr lang="en-US" sz="760">
                <a:solidFill>
                  <a:srgbClr val="6D6A63"/>
                </a:solidFill>
                <a:latin typeface="Arial" pitchFamily="34" charset="0"/>
                <a:ea typeface="Arial" pitchFamily="34" charset="-122"/>
                <a:cs typeface="Arial" pitchFamily="34" charset="-120"/>
              </a:rPr>
              <a:t>cops and robbers</a:t>
            </a:r>
            <a:endParaRPr lang="en-US" sz="760"/>
          </a:p>
          <a:p>
            <a:pPr marL="0" indent="0" algn="ctr">
              <a:lnSpc>
                <a:spcPct val="100000"/>
              </a:lnSpc>
              <a:buNone/>
            </a:pPr>
            <a:r>
              <a:rPr lang="en-US" sz="760">
                <a:solidFill>
                  <a:srgbClr val="6D6A63"/>
                </a:solidFill>
                <a:latin typeface="Arial" pitchFamily="34" charset="0"/>
                <a:ea typeface="Arial" pitchFamily="34" charset="-122"/>
                <a:cs typeface="Arial" pitchFamily="34" charset="-120"/>
              </a:rPr>
              <a:t>게임 이미지</a:t>
            </a:r>
            <a:endParaRPr lang="en-US" sz="760"/>
          </a:p>
        </p:txBody>
      </p:sp>
      <p:sp>
        <p:nvSpPr>
          <p:cNvPr id="19" name="Shape 17"/>
          <p:cNvSpPr/>
          <p:nvPr/>
        </p:nvSpPr>
        <p:spPr>
          <a:xfrm>
            <a:off x="5025908" y="1673352"/>
            <a:ext cx="1210300" cy="777240"/>
          </a:xfrm>
          <a:prstGeom prst="roundRect">
            <a:avLst>
              <a:gd name="adj" fmla="val 7059"/>
            </a:avLst>
          </a:prstGeom>
          <a:solidFill>
            <a:srgbClr val="E9E6DC"/>
          </a:solidFill>
          <a:ln w="12700">
            <a:solidFill>
              <a:srgbClr val="B9B6AC"/>
            </a:solidFill>
            <a:prstDash val="dash"/>
          </a:ln>
        </p:spPr>
      </p:sp>
      <p:sp>
        <p:nvSpPr>
          <p:cNvPr id="20" name="Text 18"/>
          <p:cNvSpPr/>
          <p:nvPr/>
        </p:nvSpPr>
        <p:spPr>
          <a:xfrm>
            <a:off x="5025908" y="1728216"/>
            <a:ext cx="1210300" cy="365760"/>
          </a:xfrm>
          <a:prstGeom prst="rect">
            <a:avLst/>
          </a:prstGeom>
          <a:noFill/>
          <a:ln/>
        </p:spPr>
        <p:txBody>
          <a:bodyPr wrap="square" lIns="0" tIns="0" rIns="0" bIns="0" rtlCol="0" anchor="ctr"/>
          <a:lstStyle/>
          <a:p>
            <a:pPr marL="0" indent="0" algn="ctr">
              <a:buNone/>
            </a:pPr>
            <a:r>
              <a:rPr lang="en-US" sz="1600">
                <a:solidFill>
                  <a:srgbClr val="000000"/>
                </a:solidFill>
                <a:latin typeface="Arial" pitchFamily="34" charset="0"/>
                <a:ea typeface="Arial" pitchFamily="34" charset="-122"/>
                <a:cs typeface="Arial" pitchFamily="34" charset="-120"/>
              </a:rPr>
              <a:t>🖼</a:t>
            </a:r>
            <a:endParaRPr lang="en-US" sz="1600"/>
          </a:p>
        </p:txBody>
      </p:sp>
      <p:sp>
        <p:nvSpPr>
          <p:cNvPr id="21" name="Text 19"/>
          <p:cNvSpPr/>
          <p:nvPr/>
        </p:nvSpPr>
        <p:spPr>
          <a:xfrm>
            <a:off x="5080772" y="2075688"/>
            <a:ext cx="1100572" cy="338328"/>
          </a:xfrm>
          <a:prstGeom prst="rect">
            <a:avLst/>
          </a:prstGeom>
          <a:noFill/>
          <a:ln/>
        </p:spPr>
        <p:txBody>
          <a:bodyPr wrap="square" lIns="0" tIns="0" rIns="0" bIns="0" rtlCol="0" anchor="ctr"/>
          <a:lstStyle/>
          <a:p>
            <a:pPr marL="0" indent="0" algn="ctr">
              <a:lnSpc>
                <a:spcPct val="100000"/>
              </a:lnSpc>
              <a:buNone/>
            </a:pPr>
            <a:r>
              <a:rPr lang="en-US" sz="760">
                <a:solidFill>
                  <a:srgbClr val="6D6A63"/>
                </a:solidFill>
                <a:latin typeface="Arial" pitchFamily="34" charset="0"/>
                <a:ea typeface="Arial" pitchFamily="34" charset="-122"/>
                <a:cs typeface="Arial" pitchFamily="34" charset="-120"/>
              </a:rPr>
              <a:t>dodgeball</a:t>
            </a:r>
            <a:endParaRPr lang="en-US" sz="760"/>
          </a:p>
          <a:p>
            <a:pPr marL="0" indent="0" algn="ctr">
              <a:lnSpc>
                <a:spcPct val="100000"/>
              </a:lnSpc>
              <a:buNone/>
            </a:pPr>
            <a:r>
              <a:rPr lang="en-US" sz="760">
                <a:solidFill>
                  <a:srgbClr val="6D6A63"/>
                </a:solidFill>
                <a:latin typeface="Arial" pitchFamily="34" charset="0"/>
                <a:ea typeface="Arial" pitchFamily="34" charset="-122"/>
                <a:cs typeface="Arial" pitchFamily="34" charset="-120"/>
              </a:rPr>
              <a:t>게임 이미지</a:t>
            </a:r>
            <a:endParaRPr lang="en-US" sz="760"/>
          </a:p>
        </p:txBody>
      </p:sp>
      <p:sp>
        <p:nvSpPr>
          <p:cNvPr id="22" name="Text 20"/>
          <p:cNvSpPr/>
          <p:nvPr/>
        </p:nvSpPr>
        <p:spPr>
          <a:xfrm>
            <a:off x="621792" y="5312664"/>
            <a:ext cx="56144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튜터링 영역</a:t>
            </a:r>
            <a:endParaRPr lang="en-US" sz="750"/>
          </a:p>
        </p:txBody>
      </p:sp>
      <p:sp>
        <p:nvSpPr>
          <p:cNvPr id="23" name="Shape 21"/>
          <p:cNvSpPr/>
          <p:nvPr/>
        </p:nvSpPr>
        <p:spPr>
          <a:xfrm>
            <a:off x="621792" y="5495544"/>
            <a:ext cx="5614416" cy="566928"/>
          </a:xfrm>
          <a:prstGeom prst="roundRect">
            <a:avLst>
              <a:gd name="adj" fmla="val 19355"/>
            </a:avLst>
          </a:prstGeom>
          <a:solidFill>
            <a:srgbClr val="E6F1FB"/>
          </a:solidFill>
          <a:ln w="9525">
            <a:solidFill>
              <a:srgbClr val="185FA5"/>
            </a:solidFill>
            <a:prstDash val="solid"/>
          </a:ln>
        </p:spPr>
      </p:sp>
      <p:sp>
        <p:nvSpPr>
          <p:cNvPr id="24" name="Text 22"/>
          <p:cNvSpPr/>
          <p:nvPr/>
        </p:nvSpPr>
        <p:spPr>
          <a:xfrm>
            <a:off x="749808" y="5495544"/>
            <a:ext cx="5358384" cy="566928"/>
          </a:xfrm>
          <a:prstGeom prst="rect">
            <a:avLst/>
          </a:prstGeom>
          <a:noFill/>
          <a:ln/>
        </p:spPr>
        <p:txBody>
          <a:bodyPr wrap="square" lIns="0" tIns="0" rIns="0" bIns="0" rtlCol="0" anchor="ctr"/>
          <a:lstStyle/>
          <a:p>
            <a:pPr marL="0" indent="0">
              <a:lnSpc>
                <a:spcPct val="105000"/>
              </a:lnSpc>
              <a:buNone/>
            </a:pPr>
            <a:r>
              <a:rPr lang="en-US" sz="900" b="1">
                <a:solidFill>
                  <a:srgbClr val="185FA5"/>
                </a:solidFill>
                <a:latin typeface="Arial" pitchFamily="34" charset="0"/>
                <a:ea typeface="Arial" pitchFamily="34" charset="-122"/>
                <a:cs typeface="Arial" pitchFamily="34" charset="-120"/>
              </a:rPr>
              <a:t>🎙 튜터  </a:t>
            </a:r>
            <a:r>
              <a:rPr lang="en-US" sz="1000">
                <a:solidFill>
                  <a:srgbClr val="0C447C"/>
                </a:solidFill>
                <a:latin typeface="Arial" pitchFamily="34" charset="0"/>
                <a:ea typeface="Arial" pitchFamily="34" charset="-122"/>
                <a:cs typeface="Arial" pitchFamily="34" charset="-120"/>
              </a:rPr>
              <a:t>cops and robbers와 dodgeball이 무슨 게임인지 알아? → 비디오 게임과 비슷해, 달라?</a:t>
            </a:r>
            <a:endParaRPr lang="en-US" sz="900"/>
          </a:p>
        </p:txBody>
      </p:sp>
      <p:sp>
        <p:nvSpPr>
          <p:cNvPr id="25" name="Text 23"/>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26" name="Text 24"/>
          <p:cNvSpPr/>
          <p:nvPr/>
        </p:nvSpPr>
        <p:spPr>
          <a:xfrm>
            <a:off x="6720840" y="1088136"/>
            <a:ext cx="5029200" cy="365760"/>
          </a:xfrm>
          <a:prstGeom prst="rect">
            <a:avLst/>
          </a:prstGeom>
          <a:noFill/>
          <a:ln/>
        </p:spPr>
        <p:txBody>
          <a:bodyPr wrap="square" lIns="0" tIns="0" rIns="0" bIns="0" rtlCol="0" anchor="ctr"/>
          <a:lstStyle/>
          <a:p>
            <a:pPr marL="0" indent="0">
              <a:lnSpc>
                <a:spcPct val="110000"/>
              </a:lnSpc>
              <a:buNone/>
            </a:pPr>
            <a:r>
              <a:rPr lang="en-US" sz="1200" b="1">
                <a:solidFill>
                  <a:srgbClr val="26221C"/>
                </a:solidFill>
                <a:latin typeface="Arial" pitchFamily="34" charset="0"/>
                <a:ea typeface="Arial" pitchFamily="34" charset="-122"/>
                <a:cs typeface="Arial" pitchFamily="34" charset="-120"/>
              </a:rPr>
              <a:t>익숙한 놀이와 비교하며 ‘폭력이 아니다’라는 주장을 체감하게 한다.</a:t>
            </a:r>
            <a:endParaRPr lang="en-US" sz="1200"/>
          </a:p>
        </p:txBody>
      </p:sp>
      <p:sp>
        <p:nvSpPr>
          <p:cNvPr id="27" name="Shape 25"/>
          <p:cNvSpPr/>
          <p:nvPr/>
        </p:nvSpPr>
        <p:spPr>
          <a:xfrm>
            <a:off x="6720840" y="1591056"/>
            <a:ext cx="5029200" cy="548640"/>
          </a:xfrm>
          <a:prstGeom prst="roundRect">
            <a:avLst>
              <a:gd name="adj" fmla="val 10000"/>
            </a:avLst>
          </a:prstGeom>
          <a:solidFill>
            <a:srgbClr val="F1EFE8"/>
          </a:solidFill>
          <a:ln w="9525">
            <a:solidFill>
              <a:srgbClr val="D9D7CE"/>
            </a:solidFill>
            <a:prstDash val="solid"/>
          </a:ln>
        </p:spPr>
      </p:sp>
      <p:sp>
        <p:nvSpPr>
          <p:cNvPr id="28" name="Text 26"/>
          <p:cNvSpPr/>
          <p:nvPr/>
        </p:nvSpPr>
        <p:spPr>
          <a:xfrm>
            <a:off x="6848856" y="1636776"/>
            <a:ext cx="4773168" cy="457200"/>
          </a:xfrm>
          <a:prstGeom prst="rect">
            <a:avLst/>
          </a:prstGeom>
          <a:noFill/>
          <a:ln/>
        </p:spPr>
        <p:txBody>
          <a:bodyPr wrap="square" lIns="0" tIns="0" rIns="0" bIns="0" rtlCol="0" anchor="t"/>
          <a:lstStyle/>
          <a:p>
            <a:pPr marL="0" indent="0">
              <a:lnSpc>
                <a:spcPct val="110000"/>
              </a:lnSpc>
              <a:buNone/>
            </a:pPr>
            <a:r>
              <a:rPr lang="en-US" sz="950" i="1">
                <a:solidFill>
                  <a:srgbClr val="6D6A63"/>
                </a:solidFill>
                <a:latin typeface="Arial" pitchFamily="34" charset="0"/>
                <a:ea typeface="Arial" pitchFamily="34" charset="-122"/>
                <a:cs typeface="Arial" pitchFamily="34" charset="-120"/>
              </a:rPr>
              <a:t>이미지 제시 후 ‘다르다·위험하다 / 비슷하다·안전하다’ 버튼과 “왜 그렇게 생각했어?” 음성 질문이 이어집니다.</a:t>
            </a:r>
            <a:endParaRPr lang="en-US" sz="950"/>
          </a:p>
        </p:txBody>
      </p:sp>
      <p:sp>
        <p:nvSpPr>
          <p:cNvPr id="29" name="Text 27"/>
          <p:cNvSpPr/>
          <p:nvPr/>
        </p:nvSpPr>
        <p:spPr>
          <a:xfrm>
            <a:off x="6720840" y="2249424"/>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30" name="Shape 28"/>
          <p:cNvSpPr/>
          <p:nvPr/>
        </p:nvSpPr>
        <p:spPr>
          <a:xfrm>
            <a:off x="6720840" y="2468880"/>
            <a:ext cx="2926080" cy="329184"/>
          </a:xfrm>
          <a:prstGeom prst="roundRect">
            <a:avLst>
              <a:gd name="adj" fmla="val 50000"/>
            </a:avLst>
          </a:prstGeom>
          <a:solidFill>
            <a:srgbClr val="E6F1FB"/>
          </a:solidFill>
          <a:ln w="12700">
            <a:solidFill>
              <a:srgbClr val="185FA5"/>
            </a:solidFill>
            <a:prstDash val="solid"/>
          </a:ln>
        </p:spPr>
      </p:sp>
      <p:sp>
        <p:nvSpPr>
          <p:cNvPr id="31" name="Text 29"/>
          <p:cNvSpPr/>
          <p:nvPr/>
        </p:nvSpPr>
        <p:spPr>
          <a:xfrm>
            <a:off x="6720840" y="2468880"/>
            <a:ext cx="2926080" cy="329184"/>
          </a:xfrm>
          <a:prstGeom prst="rect">
            <a:avLst/>
          </a:prstGeom>
          <a:noFill/>
          <a:ln/>
        </p:spPr>
        <p:txBody>
          <a:bodyPr wrap="square" lIns="0" tIns="0" rIns="0" bIns="0" rtlCol="0" anchor="ctr"/>
          <a:lstStyle/>
          <a:p>
            <a:pPr algn="ctr"/>
            <a:r>
              <a:rPr lang="en-US" sz="1000" b="1" dirty="0" err="1">
                <a:solidFill>
                  <a:srgbClr val="0C447C"/>
                </a:solidFill>
                <a:latin typeface="Arial"/>
                <a:ea typeface="Arial" pitchFamily="34" charset="-122"/>
                <a:cs typeface="Arial"/>
              </a:rPr>
              <a:t>이미지</a:t>
            </a:r>
            <a:r>
              <a:rPr lang="en-US" sz="1000" b="1" dirty="0">
                <a:solidFill>
                  <a:srgbClr val="0C447C"/>
                </a:solidFill>
                <a:latin typeface="Arial"/>
                <a:ea typeface="Arial" pitchFamily="34" charset="-122"/>
                <a:cs typeface="Arial"/>
              </a:rPr>
              <a:t> </a:t>
            </a:r>
            <a:r>
              <a:rPr lang="ko-KR" altLang="en-US" sz="1000" b="1" dirty="0">
                <a:solidFill>
                  <a:srgbClr val="0C447C"/>
                </a:solidFill>
                <a:latin typeface="Arial"/>
                <a:ea typeface="Arial" pitchFamily="34" charset="-122"/>
                <a:cs typeface="Arial"/>
              </a:rPr>
              <a:t>제시</a:t>
            </a:r>
            <a:endParaRPr lang="ko-KR" altLang="en-US" sz="1000" b="1" dirty="0">
              <a:solidFill>
                <a:srgbClr val="0C447C"/>
              </a:solidFill>
              <a:latin typeface="Arial"/>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E1F5EE"/>
          </a:solidFill>
          <a:ln/>
        </p:spPr>
      </p:sp>
      <p:sp>
        <p:nvSpPr>
          <p:cNvPr id="3" name="Text 1"/>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085041"/>
                </a:solidFill>
                <a:latin typeface="Arial" pitchFamily="34" charset="0"/>
                <a:ea typeface="Arial" pitchFamily="34" charset="-122"/>
                <a:cs typeface="Arial" pitchFamily="34" charset="-120"/>
              </a:rPr>
              <a:t>1차시  ·  8단계 · 소재 찾기 (본론 2)</a:t>
            </a:r>
            <a:endParaRPr lang="en-US" sz="1600"/>
          </a:p>
        </p:txBody>
      </p:sp>
      <p:sp>
        <p:nvSpPr>
          <p:cNvPr id="4" name="Shape 2"/>
          <p:cNvSpPr/>
          <p:nvPr/>
        </p:nvSpPr>
        <p:spPr>
          <a:xfrm>
            <a:off x="9966960" y="128016"/>
            <a:ext cx="1828800" cy="310896"/>
          </a:xfrm>
          <a:prstGeom prst="roundRect">
            <a:avLst>
              <a:gd name="adj" fmla="val 50000"/>
            </a:avLst>
          </a:prstGeom>
          <a:solidFill>
            <a:srgbClr val="FFFFFF"/>
          </a:solidFill>
          <a:ln w="12700">
            <a:solidFill>
              <a:srgbClr val="0F6E56"/>
            </a:solidFill>
            <a:prstDash val="solid"/>
          </a:ln>
        </p:spPr>
      </p:sp>
      <p:sp>
        <p:nvSpPr>
          <p:cNvPr id="5" name="Text 3"/>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085041"/>
                </a:solidFill>
                <a:latin typeface="Arial" pitchFamily="34" charset="0"/>
                <a:ea typeface="Arial" pitchFamily="34" charset="-122"/>
                <a:cs typeface="Arial" pitchFamily="34" charset="-120"/>
              </a:rPr>
              <a:t>본론 2</a:t>
            </a:r>
            <a:endParaRPr lang="en-US" sz="950"/>
          </a:p>
        </p:txBody>
      </p:sp>
      <p:sp>
        <p:nvSpPr>
          <p:cNvPr id="6" name="Shape 4"/>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sp>
      <p:sp>
        <p:nvSpPr>
          <p:cNvPr id="7" name="Shape 5"/>
          <p:cNvSpPr/>
          <p:nvPr/>
        </p:nvSpPr>
        <p:spPr>
          <a:xfrm>
            <a:off x="457200" y="868680"/>
            <a:ext cx="5943600" cy="256032"/>
          </a:xfrm>
          <a:prstGeom prst="rect">
            <a:avLst/>
          </a:prstGeom>
          <a:solidFill>
            <a:srgbClr val="F0EEE7"/>
          </a:solidFill>
          <a:ln w="9525">
            <a:solidFill>
              <a:srgbClr val="B9B6AC"/>
            </a:solidFill>
            <a:prstDash val="solid"/>
          </a:ln>
        </p:spPr>
      </p:sp>
      <p:sp>
        <p:nvSpPr>
          <p:cNvPr id="8" name="Shape 6"/>
          <p:cNvSpPr/>
          <p:nvPr/>
        </p:nvSpPr>
        <p:spPr>
          <a:xfrm>
            <a:off x="585216" y="960120"/>
            <a:ext cx="73152" cy="73152"/>
          </a:xfrm>
          <a:prstGeom prst="ellipse">
            <a:avLst/>
          </a:prstGeom>
          <a:solidFill>
            <a:srgbClr val="C7C4B9"/>
          </a:solidFill>
          <a:ln/>
        </p:spPr>
      </p:sp>
      <p:sp>
        <p:nvSpPr>
          <p:cNvPr id="9" name="Shape 7"/>
          <p:cNvSpPr/>
          <p:nvPr/>
        </p:nvSpPr>
        <p:spPr>
          <a:xfrm>
            <a:off x="731520" y="960120"/>
            <a:ext cx="73152" cy="73152"/>
          </a:xfrm>
          <a:prstGeom prst="ellipse">
            <a:avLst/>
          </a:prstGeom>
          <a:solidFill>
            <a:srgbClr val="C7C4B9"/>
          </a:solidFill>
          <a:ln/>
        </p:spPr>
      </p:sp>
      <p:sp>
        <p:nvSpPr>
          <p:cNvPr id="10" name="Shape 8"/>
          <p:cNvSpPr/>
          <p:nvPr/>
        </p:nvSpPr>
        <p:spPr>
          <a:xfrm>
            <a:off x="877824" y="960120"/>
            <a:ext cx="73152" cy="73152"/>
          </a:xfrm>
          <a:prstGeom prst="ellipse">
            <a:avLst/>
          </a:prstGeom>
          <a:solidFill>
            <a:srgbClr val="C7C4B9"/>
          </a:solidFill>
          <a:ln/>
        </p:spPr>
      </p:sp>
      <p:sp>
        <p:nvSpPr>
          <p:cNvPr id="11" name="Text 9"/>
          <p:cNvSpPr/>
          <p:nvPr/>
        </p:nvSpPr>
        <p:spPr>
          <a:xfrm>
            <a:off x="621792" y="1234440"/>
            <a:ext cx="291949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텍스트 영역</a:t>
            </a:r>
            <a:endParaRPr lang="en-US" sz="750"/>
          </a:p>
        </p:txBody>
      </p:sp>
      <p:sp>
        <p:nvSpPr>
          <p:cNvPr id="12" name="Text 10"/>
          <p:cNvSpPr/>
          <p:nvPr/>
        </p:nvSpPr>
        <p:spPr>
          <a:xfrm>
            <a:off x="3687592" y="1234440"/>
            <a:ext cx="25486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Activity 영역</a:t>
            </a:r>
            <a:endParaRPr lang="en-US" sz="750"/>
          </a:p>
        </p:txBody>
      </p:sp>
      <p:sp>
        <p:nvSpPr>
          <p:cNvPr id="13" name="Shape 11"/>
          <p:cNvSpPr/>
          <p:nvPr/>
        </p:nvSpPr>
        <p:spPr>
          <a:xfrm>
            <a:off x="621792" y="1417320"/>
            <a:ext cx="2919496" cy="3767328"/>
          </a:xfrm>
          <a:prstGeom prst="roundRect">
            <a:avLst>
              <a:gd name="adj" fmla="val 1566"/>
            </a:avLst>
          </a:prstGeom>
          <a:solidFill>
            <a:srgbClr val="F1EFE8"/>
          </a:solidFill>
          <a:ln w="9525">
            <a:solidFill>
              <a:srgbClr val="D9D7CE"/>
            </a:solidFill>
            <a:prstDash val="solid"/>
          </a:ln>
        </p:spPr>
      </p:sp>
      <p:sp>
        <p:nvSpPr>
          <p:cNvPr id="14" name="Text 12"/>
          <p:cNvSpPr/>
          <p:nvPr/>
        </p:nvSpPr>
        <p:spPr>
          <a:xfrm>
            <a:off x="713232" y="1472184"/>
            <a:ext cx="2736616" cy="3657600"/>
          </a:xfrm>
          <a:prstGeom prst="rect">
            <a:avLst/>
          </a:prstGeom>
          <a:noFill/>
          <a:ln/>
        </p:spPr>
        <p:txBody>
          <a:bodyPr wrap="square" lIns="0" tIns="0" rIns="0" bIns="0" rtlCol="0" anchor="t"/>
          <a:lstStyle/>
          <a:p>
            <a:pPr marL="0" indent="0">
              <a:lnSpc>
                <a:spcPct val="115000"/>
              </a:lnSpc>
              <a:buNone/>
            </a:pPr>
            <a:r>
              <a:rPr lang="en-US" sz="830" i="1">
                <a:solidFill>
                  <a:srgbClr val="6D6A63"/>
                </a:solidFill>
                <a:latin typeface="Arial" pitchFamily="34" charset="0"/>
                <a:ea typeface="Arial" pitchFamily="34" charset="-122"/>
                <a:cs typeface="Arial" pitchFamily="34" charset="-120"/>
              </a:rPr>
              <a:t>화면 유지</a:t>
            </a:r>
            <a:endParaRPr lang="en-US" sz="830"/>
          </a:p>
        </p:txBody>
      </p:sp>
      <p:sp>
        <p:nvSpPr>
          <p:cNvPr id="15" name="Text 13"/>
          <p:cNvSpPr/>
          <p:nvPr/>
        </p:nvSpPr>
        <p:spPr>
          <a:xfrm>
            <a:off x="3687592" y="1435608"/>
            <a:ext cx="2743200" cy="201168"/>
          </a:xfrm>
          <a:prstGeom prst="rect">
            <a:avLst/>
          </a:prstGeom>
          <a:noFill/>
          <a:ln/>
        </p:spPr>
        <p:txBody>
          <a:bodyPr wrap="square" lIns="0" tIns="0" rIns="0" bIns="0" rtlCol="0" anchor="ctr"/>
          <a:lstStyle/>
          <a:p>
            <a:pPr marL="0" indent="0">
              <a:buNone/>
            </a:pPr>
            <a:r>
              <a:rPr lang="en-US" sz="850" b="1">
                <a:solidFill>
                  <a:srgbClr val="6D6A63"/>
                </a:solidFill>
                <a:latin typeface="Arial" pitchFamily="34" charset="0"/>
                <a:ea typeface="Arial" pitchFamily="34" charset="-122"/>
                <a:cs typeface="Arial" pitchFamily="34" charset="-120"/>
              </a:rPr>
              <a:t>인터랙션 · 버튼 선택</a:t>
            </a:r>
            <a:endParaRPr lang="en-US" sz="850"/>
          </a:p>
        </p:txBody>
      </p:sp>
      <p:sp>
        <p:nvSpPr>
          <p:cNvPr id="16" name="Shape 14"/>
          <p:cNvSpPr/>
          <p:nvPr/>
        </p:nvSpPr>
        <p:spPr>
          <a:xfrm>
            <a:off x="3687592" y="1673352"/>
            <a:ext cx="2548616" cy="475488"/>
          </a:xfrm>
          <a:prstGeom prst="roundRect">
            <a:avLst>
              <a:gd name="adj" fmla="val 26923"/>
            </a:avLst>
          </a:prstGeom>
          <a:solidFill>
            <a:srgbClr val="FFFFFF"/>
          </a:solidFill>
          <a:ln w="12700">
            <a:solidFill>
              <a:srgbClr val="185FA5"/>
            </a:solidFill>
            <a:prstDash val="solid"/>
          </a:ln>
        </p:spPr>
      </p:sp>
      <p:sp>
        <p:nvSpPr>
          <p:cNvPr id="17" name="Text 15"/>
          <p:cNvSpPr/>
          <p:nvPr/>
        </p:nvSpPr>
        <p:spPr>
          <a:xfrm>
            <a:off x="3779032" y="1673352"/>
            <a:ext cx="2365736" cy="475488"/>
          </a:xfrm>
          <a:prstGeom prst="rect">
            <a:avLst/>
          </a:prstGeom>
          <a:noFill/>
          <a:ln/>
        </p:spPr>
        <p:txBody>
          <a:bodyPr wrap="square" lIns="0" tIns="0" rIns="0" bIns="0" rtlCol="0" anchor="ctr"/>
          <a:lstStyle/>
          <a:p>
            <a:pPr marL="0" indent="0">
              <a:lnSpc>
                <a:spcPct val="100000"/>
              </a:lnSpc>
              <a:buNone/>
            </a:pPr>
            <a:r>
              <a:rPr lang="en-US" sz="800">
                <a:solidFill>
                  <a:srgbClr val="0C447C"/>
                </a:solidFill>
                <a:latin typeface="Arial" pitchFamily="34" charset="0"/>
                <a:ea typeface="Arial" pitchFamily="34" charset="-122"/>
                <a:cs typeface="Arial" pitchFamily="34" charset="-120"/>
              </a:rPr>
              <a:t>숙제</a:t>
            </a:r>
            <a:endParaRPr lang="en-US" sz="800"/>
          </a:p>
        </p:txBody>
      </p:sp>
      <p:sp>
        <p:nvSpPr>
          <p:cNvPr id="18" name="Shape 16"/>
          <p:cNvSpPr/>
          <p:nvPr/>
        </p:nvSpPr>
        <p:spPr>
          <a:xfrm>
            <a:off x="3687592" y="2240280"/>
            <a:ext cx="2548616" cy="475488"/>
          </a:xfrm>
          <a:prstGeom prst="roundRect">
            <a:avLst>
              <a:gd name="adj" fmla="val 26923"/>
            </a:avLst>
          </a:prstGeom>
          <a:solidFill>
            <a:srgbClr val="FFFFFF"/>
          </a:solidFill>
          <a:ln w="12700">
            <a:solidFill>
              <a:srgbClr val="185FA5"/>
            </a:solidFill>
            <a:prstDash val="solid"/>
          </a:ln>
        </p:spPr>
      </p:sp>
      <p:sp>
        <p:nvSpPr>
          <p:cNvPr id="19" name="Text 17"/>
          <p:cNvSpPr/>
          <p:nvPr/>
        </p:nvSpPr>
        <p:spPr>
          <a:xfrm>
            <a:off x="3779032" y="2240280"/>
            <a:ext cx="2365736" cy="475488"/>
          </a:xfrm>
          <a:prstGeom prst="rect">
            <a:avLst/>
          </a:prstGeom>
          <a:noFill/>
          <a:ln/>
        </p:spPr>
        <p:txBody>
          <a:bodyPr wrap="square" lIns="0" tIns="0" rIns="0" bIns="0" rtlCol="0" anchor="ctr"/>
          <a:lstStyle/>
          <a:p>
            <a:pPr marL="0" indent="0">
              <a:lnSpc>
                <a:spcPct val="100000"/>
              </a:lnSpc>
              <a:buNone/>
            </a:pPr>
            <a:r>
              <a:rPr lang="en-US" sz="800">
                <a:solidFill>
                  <a:srgbClr val="0C447C"/>
                </a:solidFill>
                <a:latin typeface="Arial" pitchFamily="34" charset="0"/>
                <a:ea typeface="Arial" pitchFamily="34" charset="-122"/>
                <a:cs typeface="Arial" pitchFamily="34" charset="-120"/>
              </a:rPr>
              <a:t>감정</a:t>
            </a:r>
            <a:endParaRPr lang="en-US" sz="800"/>
          </a:p>
        </p:txBody>
      </p:sp>
      <p:sp>
        <p:nvSpPr>
          <p:cNvPr id="20" name="Shape 18"/>
          <p:cNvSpPr/>
          <p:nvPr/>
        </p:nvSpPr>
        <p:spPr>
          <a:xfrm>
            <a:off x="3687592" y="2807208"/>
            <a:ext cx="2548616" cy="475488"/>
          </a:xfrm>
          <a:prstGeom prst="roundRect">
            <a:avLst>
              <a:gd name="adj" fmla="val 26923"/>
            </a:avLst>
          </a:prstGeom>
          <a:solidFill>
            <a:srgbClr val="FFFFFF"/>
          </a:solidFill>
          <a:ln w="12700">
            <a:solidFill>
              <a:srgbClr val="185FA5"/>
            </a:solidFill>
            <a:prstDash val="solid"/>
          </a:ln>
        </p:spPr>
      </p:sp>
      <p:sp>
        <p:nvSpPr>
          <p:cNvPr id="21" name="Text 19"/>
          <p:cNvSpPr/>
          <p:nvPr/>
        </p:nvSpPr>
        <p:spPr>
          <a:xfrm>
            <a:off x="3779032" y="2807208"/>
            <a:ext cx="2365736" cy="475488"/>
          </a:xfrm>
          <a:prstGeom prst="rect">
            <a:avLst/>
          </a:prstGeom>
          <a:noFill/>
          <a:ln/>
        </p:spPr>
        <p:txBody>
          <a:bodyPr wrap="square" lIns="0" tIns="0" rIns="0" bIns="0" rtlCol="0" anchor="ctr"/>
          <a:lstStyle/>
          <a:p>
            <a:pPr marL="0" indent="0">
              <a:lnSpc>
                <a:spcPct val="100000"/>
              </a:lnSpc>
              <a:buNone/>
            </a:pPr>
            <a:r>
              <a:rPr lang="en-US" sz="800">
                <a:solidFill>
                  <a:srgbClr val="0C447C"/>
                </a:solidFill>
                <a:latin typeface="Arial" pitchFamily="34" charset="0"/>
                <a:ea typeface="Arial" pitchFamily="34" charset="-122"/>
                <a:cs typeface="Arial" pitchFamily="34" charset="-120"/>
              </a:rPr>
              <a:t>친구 관계</a:t>
            </a:r>
            <a:endParaRPr lang="en-US" sz="800"/>
          </a:p>
        </p:txBody>
      </p:sp>
      <p:sp>
        <p:nvSpPr>
          <p:cNvPr id="22" name="Text 20"/>
          <p:cNvSpPr/>
          <p:nvPr/>
        </p:nvSpPr>
        <p:spPr>
          <a:xfrm>
            <a:off x="621792" y="5312664"/>
            <a:ext cx="56144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튜터링 영역</a:t>
            </a:r>
            <a:endParaRPr lang="en-US" sz="750"/>
          </a:p>
        </p:txBody>
      </p:sp>
      <p:sp>
        <p:nvSpPr>
          <p:cNvPr id="23" name="Shape 21"/>
          <p:cNvSpPr/>
          <p:nvPr/>
        </p:nvSpPr>
        <p:spPr>
          <a:xfrm>
            <a:off x="621792" y="5495544"/>
            <a:ext cx="5614416" cy="566928"/>
          </a:xfrm>
          <a:prstGeom prst="roundRect">
            <a:avLst>
              <a:gd name="adj" fmla="val 19355"/>
            </a:avLst>
          </a:prstGeom>
          <a:solidFill>
            <a:srgbClr val="E6F1FB"/>
          </a:solidFill>
          <a:ln w="9525">
            <a:solidFill>
              <a:srgbClr val="185FA5"/>
            </a:solidFill>
            <a:prstDash val="solid"/>
          </a:ln>
        </p:spPr>
      </p:sp>
      <p:sp>
        <p:nvSpPr>
          <p:cNvPr id="24" name="Text 22"/>
          <p:cNvSpPr/>
          <p:nvPr/>
        </p:nvSpPr>
        <p:spPr>
          <a:xfrm>
            <a:off x="749808" y="5495544"/>
            <a:ext cx="5358384" cy="566928"/>
          </a:xfrm>
          <a:prstGeom prst="rect">
            <a:avLst/>
          </a:prstGeom>
          <a:noFill/>
          <a:ln/>
        </p:spPr>
        <p:txBody>
          <a:bodyPr wrap="square" lIns="0" tIns="0" rIns="0" bIns="0" rtlCol="0" anchor="ctr"/>
          <a:lstStyle/>
          <a:p>
            <a:pPr marL="0" indent="0">
              <a:lnSpc>
                <a:spcPct val="105000"/>
              </a:lnSpc>
              <a:buNone/>
            </a:pPr>
            <a:r>
              <a:rPr lang="en-US" sz="900" b="1">
                <a:solidFill>
                  <a:srgbClr val="185FA5"/>
                </a:solidFill>
                <a:latin typeface="Arial" pitchFamily="34" charset="0"/>
                <a:ea typeface="Arial" pitchFamily="34" charset="-122"/>
                <a:cs typeface="Arial" pitchFamily="34" charset="-120"/>
              </a:rPr>
              <a:t>🎙 튜터  </a:t>
            </a:r>
            <a:r>
              <a:rPr lang="en-US" sz="1000">
                <a:solidFill>
                  <a:srgbClr val="0C447C"/>
                </a:solidFill>
                <a:latin typeface="Arial" pitchFamily="34" charset="0"/>
                <a:ea typeface="Arial" pitchFamily="34" charset="-122"/>
                <a:cs typeface="Arial" pitchFamily="34" charset="-120"/>
              </a:rPr>
              <a:t>이 문단은 게임이 아이한테 뭘 다루게 해 준다고 했어? 골라봐.</a:t>
            </a:r>
            <a:endParaRPr lang="en-US" sz="900"/>
          </a:p>
        </p:txBody>
      </p:sp>
      <p:sp>
        <p:nvSpPr>
          <p:cNvPr id="25" name="Text 23"/>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26" name="Text 24"/>
          <p:cNvSpPr/>
          <p:nvPr/>
        </p:nvSpPr>
        <p:spPr>
          <a:xfrm>
            <a:off x="6720840" y="1088136"/>
            <a:ext cx="5029200" cy="365760"/>
          </a:xfrm>
          <a:prstGeom prst="rect">
            <a:avLst/>
          </a:prstGeom>
          <a:noFill/>
          <a:ln/>
        </p:spPr>
        <p:txBody>
          <a:bodyPr wrap="square" lIns="0" tIns="0" rIns="0" bIns="0" rtlCol="0" anchor="ctr"/>
          <a:lstStyle/>
          <a:p>
            <a:pPr marL="0" indent="0">
              <a:lnSpc>
                <a:spcPct val="110000"/>
              </a:lnSpc>
              <a:buNone/>
            </a:pPr>
            <a:r>
              <a:rPr lang="en-US" sz="1200" b="1">
                <a:solidFill>
                  <a:srgbClr val="26221C"/>
                </a:solidFill>
                <a:latin typeface="Arial" pitchFamily="34" charset="0"/>
                <a:ea typeface="Arial" pitchFamily="34" charset="-122"/>
                <a:cs typeface="Arial" pitchFamily="34" charset="-120"/>
              </a:rPr>
              <a:t>본론 단락 2의 소재(감정 처리)를 파악한다.</a:t>
            </a:r>
            <a:endParaRPr lang="en-US" sz="1200"/>
          </a:p>
        </p:txBody>
      </p:sp>
      <p:sp>
        <p:nvSpPr>
          <p:cNvPr id="27" name="Shape 25"/>
          <p:cNvSpPr/>
          <p:nvPr/>
        </p:nvSpPr>
        <p:spPr>
          <a:xfrm>
            <a:off x="6720840" y="1591056"/>
            <a:ext cx="5029200" cy="822960"/>
          </a:xfrm>
          <a:prstGeom prst="roundRect">
            <a:avLst>
              <a:gd name="adj" fmla="val 6667"/>
            </a:avLst>
          </a:prstGeom>
          <a:solidFill>
            <a:srgbClr val="EAF3DE"/>
          </a:solidFill>
          <a:ln w="9525">
            <a:solidFill>
              <a:srgbClr val="3B6D11"/>
            </a:solidFill>
            <a:prstDash val="solid"/>
          </a:ln>
        </p:spPr>
      </p:sp>
      <p:sp>
        <p:nvSpPr>
          <p:cNvPr id="28" name="Text 26"/>
          <p:cNvSpPr/>
          <p:nvPr/>
        </p:nvSpPr>
        <p:spPr>
          <a:xfrm>
            <a:off x="6848856" y="1645920"/>
            <a:ext cx="4773168" cy="713232"/>
          </a:xfrm>
          <a:prstGeom prst="rect">
            <a:avLst/>
          </a:prstGeom>
          <a:noFill/>
          <a:ln/>
        </p:spPr>
        <p:txBody>
          <a:bodyPr wrap="square" lIns="0" tIns="0" rIns="0" bIns="0" rtlCol="0" anchor="t"/>
          <a:lstStyle/>
          <a:p>
            <a:pPr marL="0" indent="0">
              <a:lnSpc>
                <a:spcPct val="115000"/>
              </a:lnSpc>
              <a:buNone/>
            </a:pPr>
            <a:r>
              <a:rPr lang="en-US" sz="1000" b="1">
                <a:solidFill>
                  <a:srgbClr val="27500A"/>
                </a:solidFill>
                <a:latin typeface="Arial" pitchFamily="34" charset="0"/>
                <a:ea typeface="Arial" pitchFamily="34" charset="-122"/>
                <a:cs typeface="Arial" pitchFamily="34" charset="-120"/>
              </a:rPr>
              <a:t>정답(CA1) 시  </a:t>
            </a:r>
            <a:r>
              <a:rPr lang="en-US" sz="1000">
                <a:solidFill>
                  <a:srgbClr val="27500A"/>
                </a:solidFill>
                <a:latin typeface="Arial" pitchFamily="34" charset="0"/>
                <a:ea typeface="Arial" pitchFamily="34" charset="-122"/>
                <a:cs typeface="Arial" pitchFamily="34" charset="-120"/>
              </a:rPr>
              <a:t>“감정” 선택 → 확인 반응 후 진행.</a:t>
            </a:r>
            <a:endParaRPr lang="en-US" sz="1000"/>
          </a:p>
        </p:txBody>
      </p:sp>
      <p:sp>
        <p:nvSpPr>
          <p:cNvPr id="29" name="Shape 27"/>
          <p:cNvSpPr/>
          <p:nvPr/>
        </p:nvSpPr>
        <p:spPr>
          <a:xfrm>
            <a:off x="6720840" y="2523744"/>
            <a:ext cx="5029200" cy="822960"/>
          </a:xfrm>
          <a:prstGeom prst="roundRect">
            <a:avLst>
              <a:gd name="adj" fmla="val 6667"/>
            </a:avLst>
          </a:prstGeom>
          <a:solidFill>
            <a:srgbClr val="FAECE7"/>
          </a:solidFill>
          <a:ln w="9525">
            <a:solidFill>
              <a:srgbClr val="993C1D"/>
            </a:solidFill>
            <a:prstDash val="solid"/>
          </a:ln>
        </p:spPr>
      </p:sp>
      <p:sp>
        <p:nvSpPr>
          <p:cNvPr id="30" name="Text 28"/>
          <p:cNvSpPr/>
          <p:nvPr/>
        </p:nvSpPr>
        <p:spPr>
          <a:xfrm>
            <a:off x="6848856" y="2578608"/>
            <a:ext cx="4773168" cy="713232"/>
          </a:xfrm>
          <a:prstGeom prst="rect">
            <a:avLst/>
          </a:prstGeom>
          <a:noFill/>
          <a:ln/>
        </p:spPr>
        <p:txBody>
          <a:bodyPr wrap="square" lIns="0" tIns="0" rIns="0" bIns="0" rtlCol="0" anchor="t"/>
          <a:lstStyle/>
          <a:p>
            <a:pPr marL="0" indent="0">
              <a:lnSpc>
                <a:spcPct val="115000"/>
              </a:lnSpc>
              <a:buNone/>
            </a:pPr>
            <a:r>
              <a:rPr lang="en-US" sz="1000" b="1">
                <a:solidFill>
                  <a:srgbClr val="712B13"/>
                </a:solidFill>
                <a:latin typeface="Arial" pitchFamily="34" charset="0"/>
                <a:ea typeface="Arial" pitchFamily="34" charset="-122"/>
                <a:cs typeface="Arial" pitchFamily="34" charset="-120"/>
              </a:rPr>
              <a:t>오답/망설임(CA2) 시  </a:t>
            </a:r>
            <a:r>
              <a:rPr lang="en-US" sz="1000">
                <a:solidFill>
                  <a:srgbClr val="712B13"/>
                </a:solidFill>
                <a:latin typeface="Arial" pitchFamily="34" charset="0"/>
                <a:ea typeface="Arial" pitchFamily="34" charset="-122"/>
                <a:cs typeface="Arial" pitchFamily="34" charset="-120"/>
              </a:rPr>
              <a:t>다른 타일 → 첫 문장을 다시 읽어보라고 유도 → 재도전 틀리면 정답 타일 강조.</a:t>
            </a:r>
            <a:endParaRPr lang="en-US" sz="1000"/>
          </a:p>
        </p:txBody>
      </p:sp>
      <p:sp>
        <p:nvSpPr>
          <p:cNvPr id="31" name="Text 29"/>
          <p:cNvSpPr/>
          <p:nvPr/>
        </p:nvSpPr>
        <p:spPr>
          <a:xfrm>
            <a:off x="6720840" y="3456432"/>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32" name="Shape 30"/>
          <p:cNvSpPr/>
          <p:nvPr/>
        </p:nvSpPr>
        <p:spPr>
          <a:xfrm>
            <a:off x="6720840" y="3675888"/>
            <a:ext cx="2926080" cy="329184"/>
          </a:xfrm>
          <a:prstGeom prst="roundRect">
            <a:avLst>
              <a:gd name="adj" fmla="val 50000"/>
            </a:avLst>
          </a:prstGeom>
          <a:solidFill>
            <a:srgbClr val="E6F1FB"/>
          </a:solidFill>
          <a:ln w="12700">
            <a:solidFill>
              <a:srgbClr val="185FA5"/>
            </a:solidFill>
            <a:prstDash val="solid"/>
          </a:ln>
        </p:spPr>
      </p:sp>
      <p:sp>
        <p:nvSpPr>
          <p:cNvPr id="33" name="Text 31"/>
          <p:cNvSpPr/>
          <p:nvPr/>
        </p:nvSpPr>
        <p:spPr>
          <a:xfrm>
            <a:off x="6720840" y="3675888"/>
            <a:ext cx="2926080" cy="329184"/>
          </a:xfrm>
          <a:prstGeom prst="rect">
            <a:avLst/>
          </a:prstGeom>
          <a:noFill/>
          <a:ln/>
        </p:spPr>
        <p:txBody>
          <a:bodyPr wrap="square" lIns="0" tIns="0" rIns="0" bIns="0" rtlCol="0" anchor="ctr"/>
          <a:lstStyle/>
          <a:p>
            <a:pPr marL="0" indent="0" algn="ctr">
              <a:buNone/>
            </a:pPr>
            <a:r>
              <a:rPr lang="en-US" sz="1000" b="1">
                <a:solidFill>
                  <a:srgbClr val="0C447C"/>
                </a:solidFill>
                <a:latin typeface="Arial" pitchFamily="34" charset="0"/>
                <a:ea typeface="Arial" pitchFamily="34" charset="-122"/>
                <a:cs typeface="Arial" pitchFamily="34" charset="-120"/>
              </a:rPr>
              <a:t>선택형 UI</a:t>
            </a:r>
            <a:endParaRPr 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E1F5EE"/>
          </a:solidFill>
          <a:ln/>
        </p:spPr>
      </p:sp>
      <p:sp>
        <p:nvSpPr>
          <p:cNvPr id="3" name="Text 1"/>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085041"/>
                </a:solidFill>
                <a:latin typeface="Arial" pitchFamily="34" charset="0"/>
                <a:ea typeface="Arial" pitchFamily="34" charset="-122"/>
                <a:cs typeface="Arial" pitchFamily="34" charset="-120"/>
              </a:rPr>
              <a:t>1차시  ·  9단계 · 세부 내용 확인 (본론 2)</a:t>
            </a:r>
            <a:endParaRPr lang="en-US" sz="1600"/>
          </a:p>
        </p:txBody>
      </p:sp>
      <p:sp>
        <p:nvSpPr>
          <p:cNvPr id="4" name="Shape 2"/>
          <p:cNvSpPr/>
          <p:nvPr/>
        </p:nvSpPr>
        <p:spPr>
          <a:xfrm>
            <a:off x="9966960" y="128016"/>
            <a:ext cx="1828800" cy="310896"/>
          </a:xfrm>
          <a:prstGeom prst="roundRect">
            <a:avLst>
              <a:gd name="adj" fmla="val 50000"/>
            </a:avLst>
          </a:prstGeom>
          <a:solidFill>
            <a:srgbClr val="FFFFFF"/>
          </a:solidFill>
          <a:ln w="12700">
            <a:solidFill>
              <a:srgbClr val="0F6E56"/>
            </a:solidFill>
            <a:prstDash val="solid"/>
          </a:ln>
        </p:spPr>
      </p:sp>
      <p:sp>
        <p:nvSpPr>
          <p:cNvPr id="5" name="Text 3"/>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085041"/>
                </a:solidFill>
                <a:latin typeface="Arial" pitchFamily="34" charset="0"/>
                <a:ea typeface="Arial" pitchFamily="34" charset="-122"/>
                <a:cs typeface="Arial" pitchFamily="34" charset="-120"/>
              </a:rPr>
              <a:t>본론 2</a:t>
            </a:r>
            <a:endParaRPr lang="en-US" sz="950"/>
          </a:p>
        </p:txBody>
      </p:sp>
      <p:sp>
        <p:nvSpPr>
          <p:cNvPr id="6" name="Shape 4"/>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sp>
      <p:sp>
        <p:nvSpPr>
          <p:cNvPr id="7" name="Shape 5"/>
          <p:cNvSpPr/>
          <p:nvPr/>
        </p:nvSpPr>
        <p:spPr>
          <a:xfrm>
            <a:off x="457200" y="868680"/>
            <a:ext cx="5943600" cy="256032"/>
          </a:xfrm>
          <a:prstGeom prst="rect">
            <a:avLst/>
          </a:prstGeom>
          <a:solidFill>
            <a:srgbClr val="F0EEE7"/>
          </a:solidFill>
          <a:ln w="9525">
            <a:solidFill>
              <a:srgbClr val="B9B6AC"/>
            </a:solidFill>
            <a:prstDash val="solid"/>
          </a:ln>
        </p:spPr>
      </p:sp>
      <p:sp>
        <p:nvSpPr>
          <p:cNvPr id="8" name="Shape 6"/>
          <p:cNvSpPr/>
          <p:nvPr/>
        </p:nvSpPr>
        <p:spPr>
          <a:xfrm>
            <a:off x="585216" y="960120"/>
            <a:ext cx="73152" cy="73152"/>
          </a:xfrm>
          <a:prstGeom prst="ellipse">
            <a:avLst/>
          </a:prstGeom>
          <a:solidFill>
            <a:srgbClr val="C7C4B9"/>
          </a:solidFill>
          <a:ln/>
        </p:spPr>
      </p:sp>
      <p:sp>
        <p:nvSpPr>
          <p:cNvPr id="9" name="Shape 7"/>
          <p:cNvSpPr/>
          <p:nvPr/>
        </p:nvSpPr>
        <p:spPr>
          <a:xfrm>
            <a:off x="731520" y="960120"/>
            <a:ext cx="73152" cy="73152"/>
          </a:xfrm>
          <a:prstGeom prst="ellipse">
            <a:avLst/>
          </a:prstGeom>
          <a:solidFill>
            <a:srgbClr val="C7C4B9"/>
          </a:solidFill>
          <a:ln/>
        </p:spPr>
      </p:sp>
      <p:sp>
        <p:nvSpPr>
          <p:cNvPr id="10" name="Shape 8"/>
          <p:cNvSpPr/>
          <p:nvPr/>
        </p:nvSpPr>
        <p:spPr>
          <a:xfrm>
            <a:off x="877824" y="960120"/>
            <a:ext cx="73152" cy="73152"/>
          </a:xfrm>
          <a:prstGeom prst="ellipse">
            <a:avLst/>
          </a:prstGeom>
          <a:solidFill>
            <a:srgbClr val="C7C4B9"/>
          </a:solidFill>
          <a:ln/>
        </p:spPr>
      </p:sp>
      <p:sp>
        <p:nvSpPr>
          <p:cNvPr id="11" name="Text 9"/>
          <p:cNvSpPr/>
          <p:nvPr/>
        </p:nvSpPr>
        <p:spPr>
          <a:xfrm>
            <a:off x="621792" y="1234440"/>
            <a:ext cx="291949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텍스트 영역</a:t>
            </a:r>
            <a:endParaRPr lang="en-US" sz="750"/>
          </a:p>
        </p:txBody>
      </p:sp>
      <p:sp>
        <p:nvSpPr>
          <p:cNvPr id="12" name="Text 10"/>
          <p:cNvSpPr/>
          <p:nvPr/>
        </p:nvSpPr>
        <p:spPr>
          <a:xfrm>
            <a:off x="3687592" y="1234440"/>
            <a:ext cx="25486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Activity 영역</a:t>
            </a:r>
            <a:endParaRPr lang="en-US" sz="750"/>
          </a:p>
        </p:txBody>
      </p:sp>
      <p:sp>
        <p:nvSpPr>
          <p:cNvPr id="13" name="Shape 11"/>
          <p:cNvSpPr/>
          <p:nvPr/>
        </p:nvSpPr>
        <p:spPr>
          <a:xfrm>
            <a:off x="621792" y="1417320"/>
            <a:ext cx="2919496" cy="3767328"/>
          </a:xfrm>
          <a:prstGeom prst="roundRect">
            <a:avLst>
              <a:gd name="adj" fmla="val 1566"/>
            </a:avLst>
          </a:prstGeom>
          <a:solidFill>
            <a:srgbClr val="F1EFE8"/>
          </a:solidFill>
          <a:ln w="9525">
            <a:solidFill>
              <a:srgbClr val="D9D7CE"/>
            </a:solidFill>
            <a:prstDash val="solid"/>
          </a:ln>
        </p:spPr>
      </p:sp>
      <p:sp>
        <p:nvSpPr>
          <p:cNvPr id="14" name="Text 12"/>
          <p:cNvSpPr/>
          <p:nvPr/>
        </p:nvSpPr>
        <p:spPr>
          <a:xfrm>
            <a:off x="713232" y="1472184"/>
            <a:ext cx="2736616" cy="3657600"/>
          </a:xfrm>
          <a:prstGeom prst="rect">
            <a:avLst/>
          </a:prstGeom>
          <a:noFill/>
          <a:ln/>
        </p:spPr>
        <p:txBody>
          <a:bodyPr wrap="square" lIns="0" tIns="0" rIns="0" bIns="0" rtlCol="0" anchor="t"/>
          <a:lstStyle/>
          <a:p>
            <a:pPr marL="0" indent="0">
              <a:lnSpc>
                <a:spcPct val="115000"/>
              </a:lnSpc>
              <a:buNone/>
            </a:pPr>
            <a:r>
              <a:rPr lang="en-US" sz="830" i="1">
                <a:solidFill>
                  <a:srgbClr val="6D6A63"/>
                </a:solidFill>
                <a:latin typeface="Arial" pitchFamily="34" charset="0"/>
                <a:ea typeface="Arial" pitchFamily="34" charset="-122"/>
                <a:cs typeface="Arial" pitchFamily="34" charset="-120"/>
              </a:rPr>
              <a:t>화면 유지</a:t>
            </a:r>
            <a:endParaRPr lang="en-US" sz="830"/>
          </a:p>
        </p:txBody>
      </p:sp>
      <p:sp>
        <p:nvSpPr>
          <p:cNvPr id="15" name="Text 13"/>
          <p:cNvSpPr/>
          <p:nvPr/>
        </p:nvSpPr>
        <p:spPr>
          <a:xfrm>
            <a:off x="3687592" y="1435608"/>
            <a:ext cx="2743200" cy="201168"/>
          </a:xfrm>
          <a:prstGeom prst="rect">
            <a:avLst/>
          </a:prstGeom>
          <a:noFill/>
          <a:ln/>
        </p:spPr>
        <p:txBody>
          <a:bodyPr wrap="square" lIns="0" tIns="0" rIns="0" bIns="0" rtlCol="0" anchor="ctr"/>
          <a:lstStyle/>
          <a:p>
            <a:pPr marL="0" indent="0">
              <a:buNone/>
            </a:pPr>
            <a:r>
              <a:rPr lang="en-US" sz="850" b="1">
                <a:solidFill>
                  <a:srgbClr val="6D6A63"/>
                </a:solidFill>
                <a:latin typeface="Arial" pitchFamily="34" charset="0"/>
                <a:ea typeface="Arial" pitchFamily="34" charset="-122"/>
                <a:cs typeface="Arial" pitchFamily="34" charset="-120"/>
              </a:rPr>
              <a:t>인터랙션 · 문장 짚기(터치)</a:t>
            </a:r>
            <a:endParaRPr lang="en-US" sz="850"/>
          </a:p>
        </p:txBody>
      </p:sp>
      <p:sp>
        <p:nvSpPr>
          <p:cNvPr id="16" name="Shape 14"/>
          <p:cNvSpPr/>
          <p:nvPr/>
        </p:nvSpPr>
        <p:spPr>
          <a:xfrm>
            <a:off x="3687592" y="1673352"/>
            <a:ext cx="2548616" cy="512064"/>
          </a:xfrm>
          <a:prstGeom prst="roundRect">
            <a:avLst>
              <a:gd name="adj" fmla="val 8929"/>
            </a:avLst>
          </a:prstGeom>
          <a:solidFill>
            <a:srgbClr val="FFFFFF"/>
          </a:solidFill>
          <a:ln w="9525">
            <a:solidFill>
              <a:srgbClr val="D9D7CE"/>
            </a:solidFill>
            <a:prstDash val="solid"/>
          </a:ln>
        </p:spPr>
      </p:sp>
      <p:sp>
        <p:nvSpPr>
          <p:cNvPr id="17" name="Text 15"/>
          <p:cNvSpPr/>
          <p:nvPr/>
        </p:nvSpPr>
        <p:spPr>
          <a:xfrm>
            <a:off x="3779032" y="1673352"/>
            <a:ext cx="2365736" cy="512064"/>
          </a:xfrm>
          <a:prstGeom prst="rect">
            <a:avLst/>
          </a:prstGeom>
          <a:noFill/>
          <a:ln/>
        </p:spPr>
        <p:txBody>
          <a:bodyPr wrap="square" lIns="0" tIns="0" rIns="0" bIns="0" rtlCol="0" anchor="ctr"/>
          <a:lstStyle/>
          <a:p>
            <a:pPr marL="0" indent="0">
              <a:lnSpc>
                <a:spcPct val="100000"/>
              </a:lnSpc>
              <a:buNone/>
            </a:pPr>
            <a:r>
              <a:rPr lang="en-US" sz="830">
                <a:solidFill>
                  <a:srgbClr val="26221C"/>
                </a:solidFill>
                <a:latin typeface="Arial" pitchFamily="34" charset="0"/>
                <a:ea typeface="Arial" pitchFamily="34" charset="-122"/>
                <a:cs typeface="Arial" pitchFamily="34" charset="-120"/>
              </a:rPr>
              <a:t>Play helps them “gain mastery over confusion or fear.”</a:t>
            </a:r>
            <a:endParaRPr lang="en-US" sz="830"/>
          </a:p>
        </p:txBody>
      </p:sp>
      <p:sp>
        <p:nvSpPr>
          <p:cNvPr id="18" name="Shape 16"/>
          <p:cNvSpPr/>
          <p:nvPr/>
        </p:nvSpPr>
        <p:spPr>
          <a:xfrm>
            <a:off x="5925312" y="1911096"/>
            <a:ext cx="219456" cy="219456"/>
          </a:xfrm>
          <a:prstGeom prst="ellipse">
            <a:avLst/>
          </a:prstGeom>
          <a:solidFill>
            <a:srgbClr val="FAECE7"/>
          </a:solidFill>
          <a:ln w="12700">
            <a:solidFill>
              <a:srgbClr val="993C1D"/>
            </a:solidFill>
            <a:prstDash val="solid"/>
          </a:ln>
        </p:spPr>
      </p:sp>
      <p:sp>
        <p:nvSpPr>
          <p:cNvPr id="19" name="Text 17"/>
          <p:cNvSpPr/>
          <p:nvPr/>
        </p:nvSpPr>
        <p:spPr>
          <a:xfrm>
            <a:off x="5925312" y="1911096"/>
            <a:ext cx="219456" cy="219456"/>
          </a:xfrm>
          <a:prstGeom prst="rect">
            <a:avLst/>
          </a:prstGeom>
          <a:noFill/>
          <a:ln/>
        </p:spPr>
        <p:txBody>
          <a:bodyPr wrap="square" lIns="0" tIns="0" rIns="0" bIns="0" rtlCol="0" anchor="ctr"/>
          <a:lstStyle/>
          <a:p>
            <a:pPr marL="0" indent="0" algn="ctr">
              <a:buNone/>
            </a:pPr>
            <a:r>
              <a:rPr lang="en-US" sz="1000">
                <a:solidFill>
                  <a:srgbClr val="000000"/>
                </a:solidFill>
                <a:latin typeface="Arial" pitchFamily="34" charset="0"/>
                <a:ea typeface="Arial" pitchFamily="34" charset="-122"/>
                <a:cs typeface="Arial" pitchFamily="34" charset="-120"/>
              </a:rPr>
              <a:t>👆</a:t>
            </a:r>
            <a:endParaRPr lang="en-US" sz="1000"/>
          </a:p>
        </p:txBody>
      </p:sp>
      <p:sp>
        <p:nvSpPr>
          <p:cNvPr id="20" name="Text 18"/>
          <p:cNvSpPr/>
          <p:nvPr/>
        </p:nvSpPr>
        <p:spPr>
          <a:xfrm>
            <a:off x="621792" y="5312664"/>
            <a:ext cx="56144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튜터링 영역</a:t>
            </a:r>
            <a:endParaRPr lang="en-US" sz="750"/>
          </a:p>
        </p:txBody>
      </p:sp>
      <p:sp>
        <p:nvSpPr>
          <p:cNvPr id="21" name="Shape 19"/>
          <p:cNvSpPr/>
          <p:nvPr/>
        </p:nvSpPr>
        <p:spPr>
          <a:xfrm>
            <a:off x="621792" y="5495544"/>
            <a:ext cx="5614416" cy="566928"/>
          </a:xfrm>
          <a:prstGeom prst="roundRect">
            <a:avLst>
              <a:gd name="adj" fmla="val 19355"/>
            </a:avLst>
          </a:prstGeom>
          <a:solidFill>
            <a:srgbClr val="E6F1FB"/>
          </a:solidFill>
          <a:ln w="9525">
            <a:solidFill>
              <a:srgbClr val="185FA5"/>
            </a:solidFill>
            <a:prstDash val="solid"/>
          </a:ln>
        </p:spPr>
      </p:sp>
      <p:sp>
        <p:nvSpPr>
          <p:cNvPr id="22" name="Text 20"/>
          <p:cNvSpPr/>
          <p:nvPr/>
        </p:nvSpPr>
        <p:spPr>
          <a:xfrm>
            <a:off x="749808" y="5495544"/>
            <a:ext cx="5358384" cy="566928"/>
          </a:xfrm>
          <a:prstGeom prst="rect">
            <a:avLst/>
          </a:prstGeom>
          <a:noFill/>
          <a:ln/>
        </p:spPr>
        <p:txBody>
          <a:bodyPr wrap="square" lIns="0" tIns="0" rIns="0" bIns="0" rtlCol="0" anchor="ctr"/>
          <a:lstStyle/>
          <a:p>
            <a:pPr marL="0" indent="0">
              <a:lnSpc>
                <a:spcPct val="105000"/>
              </a:lnSpc>
              <a:buNone/>
            </a:pPr>
            <a:r>
              <a:rPr lang="en-US" sz="900" b="1">
                <a:solidFill>
                  <a:srgbClr val="185FA5"/>
                </a:solidFill>
                <a:latin typeface="Arial" pitchFamily="34" charset="0"/>
                <a:ea typeface="Arial" pitchFamily="34" charset="-122"/>
                <a:cs typeface="Arial" pitchFamily="34" charset="-120"/>
              </a:rPr>
              <a:t>🎙 튜터  </a:t>
            </a:r>
            <a:r>
              <a:rPr lang="en-US" sz="1000">
                <a:solidFill>
                  <a:srgbClr val="0C447C"/>
                </a:solidFill>
                <a:latin typeface="Arial" pitchFamily="34" charset="0"/>
                <a:ea typeface="Arial" pitchFamily="34" charset="-122"/>
                <a:cs typeface="Arial" pitchFamily="34" charset="-120"/>
              </a:rPr>
              <a:t>게임에서 그 감정을 다루면 아이한테 뭐가 좋아진대? 문장에서 짚어봐.</a:t>
            </a:r>
            <a:endParaRPr lang="en-US" sz="900"/>
          </a:p>
        </p:txBody>
      </p:sp>
      <p:sp>
        <p:nvSpPr>
          <p:cNvPr id="23" name="Text 21"/>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24" name="Text 22"/>
          <p:cNvSpPr/>
          <p:nvPr/>
        </p:nvSpPr>
        <p:spPr>
          <a:xfrm>
            <a:off x="6720840" y="1088136"/>
            <a:ext cx="5029200" cy="365760"/>
          </a:xfrm>
          <a:prstGeom prst="rect">
            <a:avLst/>
          </a:prstGeom>
          <a:noFill/>
          <a:ln/>
        </p:spPr>
        <p:txBody>
          <a:bodyPr wrap="square" lIns="0" tIns="0" rIns="0" bIns="0" rtlCol="0" anchor="ctr"/>
          <a:lstStyle/>
          <a:p>
            <a:pPr marL="0" indent="0">
              <a:lnSpc>
                <a:spcPct val="110000"/>
              </a:lnSpc>
              <a:buNone/>
            </a:pPr>
            <a:r>
              <a:rPr lang="en-US" sz="1200" b="1">
                <a:solidFill>
                  <a:srgbClr val="26221C"/>
                </a:solidFill>
                <a:latin typeface="Arial" pitchFamily="34" charset="0"/>
                <a:ea typeface="Arial" pitchFamily="34" charset="-122"/>
                <a:cs typeface="Arial" pitchFamily="34" charset="-120"/>
              </a:rPr>
              <a:t>감정 처리의 구체적 효과를 본문에서 직접 찾게 한다.</a:t>
            </a:r>
            <a:endParaRPr lang="en-US" sz="1200"/>
          </a:p>
        </p:txBody>
      </p:sp>
      <p:sp>
        <p:nvSpPr>
          <p:cNvPr id="25" name="Shape 23"/>
          <p:cNvSpPr/>
          <p:nvPr/>
        </p:nvSpPr>
        <p:spPr>
          <a:xfrm>
            <a:off x="6720840" y="1591056"/>
            <a:ext cx="5029200" cy="822960"/>
          </a:xfrm>
          <a:prstGeom prst="roundRect">
            <a:avLst>
              <a:gd name="adj" fmla="val 6667"/>
            </a:avLst>
          </a:prstGeom>
          <a:solidFill>
            <a:srgbClr val="EAF3DE"/>
          </a:solidFill>
          <a:ln w="9525">
            <a:solidFill>
              <a:srgbClr val="3B6D11"/>
            </a:solidFill>
            <a:prstDash val="solid"/>
          </a:ln>
        </p:spPr>
      </p:sp>
      <p:sp>
        <p:nvSpPr>
          <p:cNvPr id="26" name="Text 24"/>
          <p:cNvSpPr/>
          <p:nvPr/>
        </p:nvSpPr>
        <p:spPr>
          <a:xfrm>
            <a:off x="6848856" y="1645920"/>
            <a:ext cx="4773168" cy="713232"/>
          </a:xfrm>
          <a:prstGeom prst="rect">
            <a:avLst/>
          </a:prstGeom>
          <a:noFill/>
          <a:ln/>
        </p:spPr>
        <p:txBody>
          <a:bodyPr wrap="square" lIns="0" tIns="0" rIns="0" bIns="0" rtlCol="0" anchor="t"/>
          <a:lstStyle/>
          <a:p>
            <a:pPr marL="0" indent="0">
              <a:lnSpc>
                <a:spcPct val="115000"/>
              </a:lnSpc>
              <a:buNone/>
            </a:pPr>
            <a:r>
              <a:rPr lang="en-US" sz="1000" b="1">
                <a:solidFill>
                  <a:srgbClr val="27500A"/>
                </a:solidFill>
                <a:latin typeface="Arial" pitchFamily="34" charset="0"/>
                <a:ea typeface="Arial" pitchFamily="34" charset="-122"/>
                <a:cs typeface="Arial" pitchFamily="34" charset="-120"/>
              </a:rPr>
              <a:t>정답(CA1) 시  </a:t>
            </a:r>
            <a:r>
              <a:rPr lang="en-US" sz="1000">
                <a:solidFill>
                  <a:srgbClr val="27500A"/>
                </a:solidFill>
                <a:latin typeface="Arial" pitchFamily="34" charset="0"/>
                <a:ea typeface="Arial" pitchFamily="34" charset="-122"/>
                <a:cs typeface="Arial" pitchFamily="34" charset="-120"/>
              </a:rPr>
              <a:t>정답 문구 집기 → 뜻 설명 후 진행.</a:t>
            </a:r>
            <a:endParaRPr lang="en-US" sz="1000"/>
          </a:p>
        </p:txBody>
      </p:sp>
      <p:sp>
        <p:nvSpPr>
          <p:cNvPr id="27" name="Shape 25"/>
          <p:cNvSpPr/>
          <p:nvPr/>
        </p:nvSpPr>
        <p:spPr>
          <a:xfrm>
            <a:off x="6720840" y="2523744"/>
            <a:ext cx="5029200" cy="822960"/>
          </a:xfrm>
          <a:prstGeom prst="roundRect">
            <a:avLst>
              <a:gd name="adj" fmla="val 6667"/>
            </a:avLst>
          </a:prstGeom>
          <a:solidFill>
            <a:srgbClr val="FAECE7"/>
          </a:solidFill>
          <a:ln w="9525">
            <a:solidFill>
              <a:srgbClr val="993C1D"/>
            </a:solidFill>
            <a:prstDash val="solid"/>
          </a:ln>
        </p:spPr>
      </p:sp>
      <p:sp>
        <p:nvSpPr>
          <p:cNvPr id="28" name="Text 26"/>
          <p:cNvSpPr/>
          <p:nvPr/>
        </p:nvSpPr>
        <p:spPr>
          <a:xfrm>
            <a:off x="6848856" y="2578608"/>
            <a:ext cx="4773168" cy="713232"/>
          </a:xfrm>
          <a:prstGeom prst="rect">
            <a:avLst/>
          </a:prstGeom>
          <a:noFill/>
          <a:ln/>
        </p:spPr>
        <p:txBody>
          <a:bodyPr wrap="square" lIns="0" tIns="0" rIns="0" bIns="0" rtlCol="0" anchor="t"/>
          <a:lstStyle/>
          <a:p>
            <a:pPr marL="0" indent="0">
              <a:lnSpc>
                <a:spcPct val="115000"/>
              </a:lnSpc>
              <a:buNone/>
            </a:pPr>
            <a:r>
              <a:rPr lang="en-US" sz="1000" b="1">
                <a:solidFill>
                  <a:srgbClr val="712B13"/>
                </a:solidFill>
                <a:latin typeface="Arial" pitchFamily="34" charset="0"/>
                <a:ea typeface="Arial" pitchFamily="34" charset="-122"/>
                <a:cs typeface="Arial" pitchFamily="34" charset="-120"/>
              </a:rPr>
              <a:t>오답/망설임(CA2) 시  </a:t>
            </a:r>
            <a:r>
              <a:rPr lang="en-US" sz="1000">
                <a:solidFill>
                  <a:srgbClr val="712B13"/>
                </a:solidFill>
                <a:latin typeface="Arial" pitchFamily="34" charset="0"/>
                <a:ea typeface="Arial" pitchFamily="34" charset="-122"/>
                <a:cs typeface="Arial" pitchFamily="34" charset="-120"/>
              </a:rPr>
              <a:t>다른 문장 집거나 못 찾음 → 재질문 → 재도전 틀리면 핵심 어구 밑줄 강조.</a:t>
            </a:r>
            <a:endParaRPr lang="en-US" sz="1000"/>
          </a:p>
        </p:txBody>
      </p:sp>
      <p:sp>
        <p:nvSpPr>
          <p:cNvPr id="29" name="Text 27"/>
          <p:cNvSpPr/>
          <p:nvPr/>
        </p:nvSpPr>
        <p:spPr>
          <a:xfrm>
            <a:off x="6720840" y="3456432"/>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30" name="Shape 28"/>
          <p:cNvSpPr/>
          <p:nvPr/>
        </p:nvSpPr>
        <p:spPr>
          <a:xfrm>
            <a:off x="6720840" y="3675888"/>
            <a:ext cx="2926080" cy="329184"/>
          </a:xfrm>
          <a:prstGeom prst="roundRect">
            <a:avLst>
              <a:gd name="adj" fmla="val 50000"/>
            </a:avLst>
          </a:prstGeom>
          <a:solidFill>
            <a:srgbClr val="E6F1FB"/>
          </a:solidFill>
          <a:ln w="12700">
            <a:solidFill>
              <a:srgbClr val="185FA5"/>
            </a:solidFill>
            <a:prstDash val="solid"/>
          </a:ln>
        </p:spPr>
      </p:sp>
      <p:sp>
        <p:nvSpPr>
          <p:cNvPr id="31" name="Text 29"/>
          <p:cNvSpPr/>
          <p:nvPr/>
        </p:nvSpPr>
        <p:spPr>
          <a:xfrm>
            <a:off x="6720840" y="3675888"/>
            <a:ext cx="2926080" cy="329184"/>
          </a:xfrm>
          <a:prstGeom prst="rect">
            <a:avLst/>
          </a:prstGeom>
          <a:noFill/>
          <a:ln/>
        </p:spPr>
        <p:txBody>
          <a:bodyPr wrap="square" lIns="0" tIns="0" rIns="0" bIns="0" rtlCol="0" anchor="ctr"/>
          <a:lstStyle/>
          <a:p>
            <a:pPr marL="0" indent="0" algn="ctr">
              <a:buNone/>
            </a:pPr>
            <a:r>
              <a:rPr lang="en-US" sz="1000" b="1">
                <a:solidFill>
                  <a:srgbClr val="0C447C"/>
                </a:solidFill>
                <a:latin typeface="Arial" pitchFamily="34" charset="0"/>
                <a:ea typeface="Arial" pitchFamily="34" charset="-122"/>
                <a:cs typeface="Arial" pitchFamily="34" charset="-120"/>
              </a:rPr>
              <a:t>터치/짚기 기능</a:t>
            </a:r>
            <a:endParaRPr lang="en-US"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FAEEDA"/>
          </a:solidFill>
          <a:ln/>
        </p:spPr>
      </p:sp>
      <p:sp>
        <p:nvSpPr>
          <p:cNvPr id="3" name="Text 1"/>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633806"/>
                </a:solidFill>
                <a:latin typeface="Arial" pitchFamily="34" charset="0"/>
                <a:ea typeface="Arial" pitchFamily="34" charset="-122"/>
                <a:cs typeface="Arial" pitchFamily="34" charset="-120"/>
              </a:rPr>
              <a:t>1차시  ·  10단계 · 결론 완성</a:t>
            </a:r>
            <a:endParaRPr lang="en-US" sz="1600"/>
          </a:p>
        </p:txBody>
      </p:sp>
      <p:sp>
        <p:nvSpPr>
          <p:cNvPr id="4" name="Shape 2"/>
          <p:cNvSpPr/>
          <p:nvPr/>
        </p:nvSpPr>
        <p:spPr>
          <a:xfrm>
            <a:off x="9966960" y="128016"/>
            <a:ext cx="1828800" cy="310896"/>
          </a:xfrm>
          <a:prstGeom prst="roundRect">
            <a:avLst>
              <a:gd name="adj" fmla="val 50000"/>
            </a:avLst>
          </a:prstGeom>
          <a:solidFill>
            <a:srgbClr val="FFFFFF"/>
          </a:solidFill>
          <a:ln w="12700">
            <a:solidFill>
              <a:srgbClr val="854F0B"/>
            </a:solidFill>
            <a:prstDash val="solid"/>
          </a:ln>
        </p:spPr>
      </p:sp>
      <p:sp>
        <p:nvSpPr>
          <p:cNvPr id="5" name="Text 3"/>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633806"/>
                </a:solidFill>
                <a:latin typeface="Arial" pitchFamily="34" charset="0"/>
                <a:ea typeface="Arial" pitchFamily="34" charset="-122"/>
                <a:cs typeface="Arial" pitchFamily="34" charset="-120"/>
              </a:rPr>
              <a:t>결론</a:t>
            </a:r>
            <a:endParaRPr lang="en-US" sz="950"/>
          </a:p>
        </p:txBody>
      </p:sp>
      <p:sp>
        <p:nvSpPr>
          <p:cNvPr id="6" name="Shape 4"/>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sp>
      <p:sp>
        <p:nvSpPr>
          <p:cNvPr id="7" name="Shape 5"/>
          <p:cNvSpPr/>
          <p:nvPr/>
        </p:nvSpPr>
        <p:spPr>
          <a:xfrm>
            <a:off x="457200" y="868680"/>
            <a:ext cx="5943600" cy="256032"/>
          </a:xfrm>
          <a:prstGeom prst="rect">
            <a:avLst/>
          </a:prstGeom>
          <a:solidFill>
            <a:srgbClr val="F0EEE7"/>
          </a:solidFill>
          <a:ln w="9525">
            <a:solidFill>
              <a:srgbClr val="B9B6AC"/>
            </a:solidFill>
            <a:prstDash val="solid"/>
          </a:ln>
        </p:spPr>
      </p:sp>
      <p:sp>
        <p:nvSpPr>
          <p:cNvPr id="8" name="Shape 6"/>
          <p:cNvSpPr/>
          <p:nvPr/>
        </p:nvSpPr>
        <p:spPr>
          <a:xfrm>
            <a:off x="585216" y="960120"/>
            <a:ext cx="73152" cy="73152"/>
          </a:xfrm>
          <a:prstGeom prst="ellipse">
            <a:avLst/>
          </a:prstGeom>
          <a:solidFill>
            <a:srgbClr val="C7C4B9"/>
          </a:solidFill>
          <a:ln/>
        </p:spPr>
      </p:sp>
      <p:sp>
        <p:nvSpPr>
          <p:cNvPr id="9" name="Shape 7"/>
          <p:cNvSpPr/>
          <p:nvPr/>
        </p:nvSpPr>
        <p:spPr>
          <a:xfrm>
            <a:off x="731520" y="960120"/>
            <a:ext cx="73152" cy="73152"/>
          </a:xfrm>
          <a:prstGeom prst="ellipse">
            <a:avLst/>
          </a:prstGeom>
          <a:solidFill>
            <a:srgbClr val="C7C4B9"/>
          </a:solidFill>
          <a:ln/>
        </p:spPr>
      </p:sp>
      <p:sp>
        <p:nvSpPr>
          <p:cNvPr id="10" name="Shape 8"/>
          <p:cNvSpPr/>
          <p:nvPr/>
        </p:nvSpPr>
        <p:spPr>
          <a:xfrm>
            <a:off x="877824" y="960120"/>
            <a:ext cx="73152" cy="73152"/>
          </a:xfrm>
          <a:prstGeom prst="ellipse">
            <a:avLst/>
          </a:prstGeom>
          <a:solidFill>
            <a:srgbClr val="C7C4B9"/>
          </a:solidFill>
          <a:ln/>
        </p:spPr>
      </p:sp>
      <p:sp>
        <p:nvSpPr>
          <p:cNvPr id="11" name="Text 9"/>
          <p:cNvSpPr/>
          <p:nvPr/>
        </p:nvSpPr>
        <p:spPr>
          <a:xfrm>
            <a:off x="621792" y="1234440"/>
            <a:ext cx="291949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텍스트 영역</a:t>
            </a:r>
            <a:endParaRPr lang="en-US" sz="750"/>
          </a:p>
        </p:txBody>
      </p:sp>
      <p:sp>
        <p:nvSpPr>
          <p:cNvPr id="12" name="Text 10"/>
          <p:cNvSpPr/>
          <p:nvPr/>
        </p:nvSpPr>
        <p:spPr>
          <a:xfrm>
            <a:off x="3687592" y="1234440"/>
            <a:ext cx="25486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Activity 영역</a:t>
            </a:r>
            <a:endParaRPr lang="en-US" sz="750"/>
          </a:p>
        </p:txBody>
      </p:sp>
      <p:sp>
        <p:nvSpPr>
          <p:cNvPr id="13" name="Shape 11"/>
          <p:cNvSpPr/>
          <p:nvPr/>
        </p:nvSpPr>
        <p:spPr>
          <a:xfrm>
            <a:off x="621792" y="1417320"/>
            <a:ext cx="2919496" cy="3767328"/>
          </a:xfrm>
          <a:prstGeom prst="roundRect">
            <a:avLst>
              <a:gd name="adj" fmla="val 1566"/>
            </a:avLst>
          </a:prstGeom>
          <a:solidFill>
            <a:srgbClr val="F1EFE8"/>
          </a:solidFill>
          <a:ln w="9525">
            <a:solidFill>
              <a:srgbClr val="D9D7CE"/>
            </a:solidFill>
            <a:prstDash val="solid"/>
          </a:ln>
        </p:spPr>
      </p:sp>
      <p:sp>
        <p:nvSpPr>
          <p:cNvPr id="14" name="Text 12"/>
          <p:cNvSpPr/>
          <p:nvPr/>
        </p:nvSpPr>
        <p:spPr>
          <a:xfrm>
            <a:off x="713232" y="1472184"/>
            <a:ext cx="2736616" cy="3657600"/>
          </a:xfrm>
          <a:prstGeom prst="rect">
            <a:avLst/>
          </a:prstGeom>
          <a:noFill/>
          <a:ln/>
        </p:spPr>
        <p:txBody>
          <a:bodyPr wrap="square" lIns="0" tIns="0" rIns="0" bIns="0" rtlCol="0" anchor="t"/>
          <a:lstStyle/>
          <a:p>
            <a:pPr marL="0" indent="0">
              <a:lnSpc>
                <a:spcPct val="115000"/>
              </a:lnSpc>
              <a:buNone/>
            </a:pPr>
            <a:r>
              <a:rPr lang="en-US" sz="830" i="1">
                <a:solidFill>
                  <a:srgbClr val="6D6A63"/>
                </a:solidFill>
                <a:latin typeface="Arial" pitchFamily="34" charset="0"/>
                <a:ea typeface="Arial" pitchFamily="34" charset="-122"/>
                <a:cs typeface="Arial" pitchFamily="34" charset="-120"/>
              </a:rPr>
              <a:t>지문 전체 재확인 + 빈칸 문장 등장</a:t>
            </a:r>
            <a:endParaRPr lang="en-US" sz="830"/>
          </a:p>
        </p:txBody>
      </p:sp>
      <p:sp>
        <p:nvSpPr>
          <p:cNvPr id="15" name="Text 13"/>
          <p:cNvSpPr/>
          <p:nvPr/>
        </p:nvSpPr>
        <p:spPr>
          <a:xfrm>
            <a:off x="3687592" y="1435608"/>
            <a:ext cx="2743200" cy="201168"/>
          </a:xfrm>
          <a:prstGeom prst="rect">
            <a:avLst/>
          </a:prstGeom>
          <a:noFill/>
          <a:ln/>
        </p:spPr>
        <p:txBody>
          <a:bodyPr wrap="square" lIns="0" tIns="0" rIns="0" bIns="0" rtlCol="0" anchor="ctr"/>
          <a:lstStyle/>
          <a:p>
            <a:pPr marL="0" indent="0">
              <a:buNone/>
            </a:pPr>
            <a:r>
              <a:rPr lang="en-US" sz="850" b="1">
                <a:solidFill>
                  <a:srgbClr val="6D6A63"/>
                </a:solidFill>
                <a:latin typeface="Arial" pitchFamily="34" charset="0"/>
                <a:ea typeface="Arial" pitchFamily="34" charset="-122"/>
                <a:cs typeface="Arial" pitchFamily="34" charset="-120"/>
              </a:rPr>
              <a:t>인터랙션 · 빈칸 채우기 (드래그)</a:t>
            </a:r>
            <a:endParaRPr lang="en-US" sz="850"/>
          </a:p>
        </p:txBody>
      </p:sp>
      <p:sp>
        <p:nvSpPr>
          <p:cNvPr id="16" name="Shape 14"/>
          <p:cNvSpPr/>
          <p:nvPr/>
        </p:nvSpPr>
        <p:spPr>
          <a:xfrm>
            <a:off x="3687592" y="1673352"/>
            <a:ext cx="2548616" cy="466344"/>
          </a:xfrm>
          <a:prstGeom prst="roundRect">
            <a:avLst>
              <a:gd name="adj" fmla="val 9804"/>
            </a:avLst>
          </a:prstGeom>
          <a:solidFill>
            <a:srgbClr val="FFFFFF"/>
          </a:solidFill>
          <a:ln w="9525">
            <a:solidFill>
              <a:srgbClr val="D9D7CE"/>
            </a:solidFill>
            <a:prstDash val="solid"/>
          </a:ln>
        </p:spPr>
      </p:sp>
      <p:sp>
        <p:nvSpPr>
          <p:cNvPr id="17" name="Text 15"/>
          <p:cNvSpPr/>
          <p:nvPr/>
        </p:nvSpPr>
        <p:spPr>
          <a:xfrm>
            <a:off x="3779032" y="1673352"/>
            <a:ext cx="2365736" cy="466344"/>
          </a:xfrm>
          <a:prstGeom prst="rect">
            <a:avLst/>
          </a:prstGeom>
          <a:noFill/>
          <a:ln/>
        </p:spPr>
        <p:txBody>
          <a:bodyPr wrap="square" lIns="0" tIns="0" rIns="0" bIns="0" rtlCol="0" anchor="ctr"/>
          <a:lstStyle/>
          <a:p>
            <a:pPr marL="0" indent="0">
              <a:lnSpc>
                <a:spcPct val="105000"/>
              </a:lnSpc>
              <a:buNone/>
            </a:pPr>
            <a:r>
              <a:rPr lang="en-US" sz="800">
                <a:solidFill>
                  <a:srgbClr val="26221C"/>
                </a:solidFill>
                <a:latin typeface="Arial" pitchFamily="34" charset="0"/>
                <a:ea typeface="Arial" pitchFamily="34" charset="-122"/>
                <a:cs typeface="Arial" pitchFamily="34" charset="-120"/>
              </a:rPr>
              <a:t>이 비디오 게임을 평범한 놀이로 다루면, 게임은 [ ______ ].</a:t>
            </a:r>
            <a:endParaRPr lang="en-US" sz="800"/>
          </a:p>
        </p:txBody>
      </p:sp>
      <p:sp>
        <p:nvSpPr>
          <p:cNvPr id="18" name="Text 16"/>
          <p:cNvSpPr/>
          <p:nvPr/>
        </p:nvSpPr>
        <p:spPr>
          <a:xfrm>
            <a:off x="3687592" y="2231136"/>
            <a:ext cx="2548616" cy="164592"/>
          </a:xfrm>
          <a:prstGeom prst="rect">
            <a:avLst/>
          </a:prstGeom>
          <a:noFill/>
          <a:ln/>
        </p:spPr>
        <p:txBody>
          <a:bodyPr wrap="square" lIns="0" tIns="0" rIns="0" bIns="0" rtlCol="0" anchor="ctr"/>
          <a:lstStyle/>
          <a:p>
            <a:pPr marL="0" indent="0">
              <a:buNone/>
            </a:pPr>
            <a:r>
              <a:rPr lang="en-US" sz="800">
                <a:solidFill>
                  <a:srgbClr val="6D6A63"/>
                </a:solidFill>
                <a:latin typeface="Arial" pitchFamily="34" charset="0"/>
                <a:ea typeface="Arial" pitchFamily="34" charset="-122"/>
                <a:cs typeface="Arial" pitchFamily="34" charset="-120"/>
              </a:rPr>
              <a:t>보기(word bank):</a:t>
            </a:r>
            <a:endParaRPr lang="en-US" sz="800"/>
          </a:p>
        </p:txBody>
      </p:sp>
      <p:sp>
        <p:nvSpPr>
          <p:cNvPr id="19" name="Shape 17"/>
          <p:cNvSpPr/>
          <p:nvPr/>
        </p:nvSpPr>
        <p:spPr>
          <a:xfrm>
            <a:off x="3687592" y="2414016"/>
            <a:ext cx="635508" cy="274320"/>
          </a:xfrm>
          <a:prstGeom prst="roundRect">
            <a:avLst>
              <a:gd name="adj" fmla="val 50000"/>
            </a:avLst>
          </a:prstGeom>
          <a:solidFill>
            <a:srgbClr val="FAEEDA"/>
          </a:solidFill>
          <a:ln w="12700">
            <a:solidFill>
              <a:srgbClr val="854F0B"/>
            </a:solidFill>
            <a:prstDash val="solid"/>
          </a:ln>
        </p:spPr>
      </p:sp>
      <p:sp>
        <p:nvSpPr>
          <p:cNvPr id="20" name="Text 18"/>
          <p:cNvSpPr/>
          <p:nvPr/>
        </p:nvSpPr>
        <p:spPr>
          <a:xfrm>
            <a:off x="3687592" y="2414016"/>
            <a:ext cx="635508" cy="274320"/>
          </a:xfrm>
          <a:prstGeom prst="rect">
            <a:avLst/>
          </a:prstGeom>
          <a:noFill/>
          <a:ln/>
        </p:spPr>
        <p:txBody>
          <a:bodyPr wrap="square" lIns="0" tIns="0" rIns="0" bIns="0" rtlCol="0" anchor="ctr"/>
          <a:lstStyle/>
          <a:p>
            <a:pPr marL="0" indent="0" algn="ctr">
              <a:buNone/>
            </a:pPr>
            <a:r>
              <a:rPr lang="en-US" sz="800">
                <a:solidFill>
                  <a:srgbClr val="633806"/>
                </a:solidFill>
                <a:latin typeface="Arial" pitchFamily="34" charset="0"/>
                <a:ea typeface="Arial" pitchFamily="34" charset="-122"/>
                <a:cs typeface="Arial" pitchFamily="34" charset="-120"/>
              </a:rPr>
              <a:t>다 똑같다</a:t>
            </a:r>
            <a:endParaRPr lang="en-US" sz="800"/>
          </a:p>
        </p:txBody>
      </p:sp>
      <p:sp>
        <p:nvSpPr>
          <p:cNvPr id="21" name="Shape 19"/>
          <p:cNvSpPr/>
          <p:nvPr/>
        </p:nvSpPr>
        <p:spPr>
          <a:xfrm>
            <a:off x="4396252" y="2414016"/>
            <a:ext cx="635508" cy="274320"/>
          </a:xfrm>
          <a:prstGeom prst="roundRect">
            <a:avLst>
              <a:gd name="adj" fmla="val 50000"/>
            </a:avLst>
          </a:prstGeom>
          <a:solidFill>
            <a:srgbClr val="FAEEDA"/>
          </a:solidFill>
          <a:ln w="12700">
            <a:solidFill>
              <a:srgbClr val="854F0B"/>
            </a:solidFill>
            <a:prstDash val="solid"/>
          </a:ln>
        </p:spPr>
      </p:sp>
      <p:sp>
        <p:nvSpPr>
          <p:cNvPr id="22" name="Text 20"/>
          <p:cNvSpPr/>
          <p:nvPr/>
        </p:nvSpPr>
        <p:spPr>
          <a:xfrm>
            <a:off x="4396252" y="2414016"/>
            <a:ext cx="635508" cy="274320"/>
          </a:xfrm>
          <a:prstGeom prst="rect">
            <a:avLst/>
          </a:prstGeom>
          <a:noFill/>
          <a:ln/>
        </p:spPr>
        <p:txBody>
          <a:bodyPr wrap="square" lIns="0" tIns="0" rIns="0" bIns="0" rtlCol="0" anchor="ctr"/>
          <a:lstStyle/>
          <a:p>
            <a:pPr marL="0" indent="0" algn="ctr">
              <a:buNone/>
            </a:pPr>
            <a:r>
              <a:rPr lang="en-US" sz="800">
                <a:solidFill>
                  <a:srgbClr val="633806"/>
                </a:solidFill>
                <a:latin typeface="Arial" pitchFamily="34" charset="0"/>
                <a:ea typeface="Arial" pitchFamily="34" charset="-122"/>
                <a:cs typeface="Arial" pitchFamily="34" charset="-120"/>
              </a:rPr>
              <a:t>다 다르다</a:t>
            </a:r>
            <a:endParaRPr lang="en-US" sz="800"/>
          </a:p>
        </p:txBody>
      </p:sp>
      <p:sp>
        <p:nvSpPr>
          <p:cNvPr id="23" name="Shape 21"/>
          <p:cNvSpPr/>
          <p:nvPr/>
        </p:nvSpPr>
        <p:spPr>
          <a:xfrm>
            <a:off x="5104912" y="2414016"/>
            <a:ext cx="566928" cy="274320"/>
          </a:xfrm>
          <a:prstGeom prst="roundRect">
            <a:avLst>
              <a:gd name="adj" fmla="val 50000"/>
            </a:avLst>
          </a:prstGeom>
          <a:solidFill>
            <a:srgbClr val="FAEEDA"/>
          </a:solidFill>
          <a:ln w="12700">
            <a:solidFill>
              <a:srgbClr val="854F0B"/>
            </a:solidFill>
            <a:prstDash val="solid"/>
          </a:ln>
        </p:spPr>
      </p:sp>
      <p:sp>
        <p:nvSpPr>
          <p:cNvPr id="24" name="Text 22"/>
          <p:cNvSpPr/>
          <p:nvPr/>
        </p:nvSpPr>
        <p:spPr>
          <a:xfrm>
            <a:off x="5104912" y="2414016"/>
            <a:ext cx="566928" cy="274320"/>
          </a:xfrm>
          <a:prstGeom prst="rect">
            <a:avLst/>
          </a:prstGeom>
          <a:noFill/>
          <a:ln/>
        </p:spPr>
        <p:txBody>
          <a:bodyPr wrap="square" lIns="0" tIns="0" rIns="0" bIns="0" rtlCol="0" anchor="ctr"/>
          <a:lstStyle/>
          <a:p>
            <a:pPr marL="0" indent="0" algn="ctr">
              <a:buNone/>
            </a:pPr>
            <a:r>
              <a:rPr lang="en-US" sz="800">
                <a:solidFill>
                  <a:srgbClr val="633806"/>
                </a:solidFill>
                <a:latin typeface="Arial" pitchFamily="34" charset="0"/>
                <a:ea typeface="Arial" pitchFamily="34" charset="-122"/>
                <a:cs typeface="Arial" pitchFamily="34" charset="-120"/>
              </a:rPr>
              <a:t>건강하다</a:t>
            </a:r>
            <a:endParaRPr lang="en-US" sz="800"/>
          </a:p>
        </p:txBody>
      </p:sp>
      <p:sp>
        <p:nvSpPr>
          <p:cNvPr id="25" name="Shape 23"/>
          <p:cNvSpPr/>
          <p:nvPr/>
        </p:nvSpPr>
        <p:spPr>
          <a:xfrm>
            <a:off x="3687592" y="2743200"/>
            <a:ext cx="566928" cy="274320"/>
          </a:xfrm>
          <a:prstGeom prst="roundRect">
            <a:avLst>
              <a:gd name="adj" fmla="val 50000"/>
            </a:avLst>
          </a:prstGeom>
          <a:solidFill>
            <a:srgbClr val="FAEEDA"/>
          </a:solidFill>
          <a:ln w="12700">
            <a:solidFill>
              <a:srgbClr val="854F0B"/>
            </a:solidFill>
            <a:prstDash val="solid"/>
          </a:ln>
        </p:spPr>
      </p:sp>
      <p:sp>
        <p:nvSpPr>
          <p:cNvPr id="26" name="Text 24"/>
          <p:cNvSpPr/>
          <p:nvPr/>
        </p:nvSpPr>
        <p:spPr>
          <a:xfrm>
            <a:off x="3687592" y="2743200"/>
            <a:ext cx="566928" cy="274320"/>
          </a:xfrm>
          <a:prstGeom prst="rect">
            <a:avLst/>
          </a:prstGeom>
          <a:noFill/>
          <a:ln/>
        </p:spPr>
        <p:txBody>
          <a:bodyPr wrap="square" lIns="0" tIns="0" rIns="0" bIns="0" rtlCol="0" anchor="ctr"/>
          <a:lstStyle/>
          <a:p>
            <a:pPr marL="0" indent="0" algn="ctr">
              <a:buNone/>
            </a:pPr>
            <a:r>
              <a:rPr lang="en-US" sz="800">
                <a:solidFill>
                  <a:srgbClr val="633806"/>
                </a:solidFill>
                <a:latin typeface="Arial" pitchFamily="34" charset="0"/>
                <a:ea typeface="Arial" pitchFamily="34" charset="-122"/>
                <a:cs typeface="Arial" pitchFamily="34" charset="-120"/>
              </a:rPr>
              <a:t>위험하다</a:t>
            </a:r>
            <a:endParaRPr lang="en-US" sz="800"/>
          </a:p>
        </p:txBody>
      </p:sp>
      <p:sp>
        <p:nvSpPr>
          <p:cNvPr id="27" name="Text 25"/>
          <p:cNvSpPr/>
          <p:nvPr/>
        </p:nvSpPr>
        <p:spPr>
          <a:xfrm>
            <a:off x="621792" y="5312664"/>
            <a:ext cx="56144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튜터링 영역</a:t>
            </a:r>
            <a:endParaRPr lang="en-US" sz="750"/>
          </a:p>
        </p:txBody>
      </p:sp>
      <p:sp>
        <p:nvSpPr>
          <p:cNvPr id="28" name="Shape 26"/>
          <p:cNvSpPr/>
          <p:nvPr/>
        </p:nvSpPr>
        <p:spPr>
          <a:xfrm>
            <a:off x="621792" y="5495544"/>
            <a:ext cx="5614416" cy="566928"/>
          </a:xfrm>
          <a:prstGeom prst="roundRect">
            <a:avLst>
              <a:gd name="adj" fmla="val 19355"/>
            </a:avLst>
          </a:prstGeom>
          <a:solidFill>
            <a:srgbClr val="E6F1FB"/>
          </a:solidFill>
          <a:ln w="9525">
            <a:solidFill>
              <a:srgbClr val="185FA5"/>
            </a:solidFill>
            <a:prstDash val="solid"/>
          </a:ln>
        </p:spPr>
      </p:sp>
      <p:sp>
        <p:nvSpPr>
          <p:cNvPr id="29" name="Text 27"/>
          <p:cNvSpPr/>
          <p:nvPr/>
        </p:nvSpPr>
        <p:spPr>
          <a:xfrm>
            <a:off x="749808" y="5495544"/>
            <a:ext cx="5358384" cy="566928"/>
          </a:xfrm>
          <a:prstGeom prst="rect">
            <a:avLst/>
          </a:prstGeom>
          <a:noFill/>
          <a:ln/>
        </p:spPr>
        <p:txBody>
          <a:bodyPr wrap="square" lIns="0" tIns="0" rIns="0" bIns="0" rtlCol="0" anchor="ctr"/>
          <a:lstStyle/>
          <a:p>
            <a:pPr marL="0" indent="0">
              <a:lnSpc>
                <a:spcPct val="105000"/>
              </a:lnSpc>
              <a:buNone/>
            </a:pPr>
            <a:r>
              <a:rPr lang="en-US" sz="900" b="1">
                <a:solidFill>
                  <a:srgbClr val="185FA5"/>
                </a:solidFill>
                <a:latin typeface="Arial" pitchFamily="34" charset="0"/>
                <a:ea typeface="Arial" pitchFamily="34" charset="-122"/>
                <a:cs typeface="Arial" pitchFamily="34" charset="-120"/>
              </a:rPr>
              <a:t>🎙 튜터  </a:t>
            </a:r>
            <a:r>
              <a:rPr lang="en-US" sz="1000">
                <a:solidFill>
                  <a:srgbClr val="0C447C"/>
                </a:solidFill>
                <a:latin typeface="Arial" pitchFamily="34" charset="0"/>
                <a:ea typeface="Arial" pitchFamily="34" charset="-122"/>
                <a:cs typeface="Arial" pitchFamily="34" charset="-120"/>
              </a:rPr>
              <a:t>빈칸에 알맞은 말을 채워볼래?</a:t>
            </a:r>
            <a:endParaRPr lang="en-US" sz="900"/>
          </a:p>
        </p:txBody>
      </p:sp>
      <p:sp>
        <p:nvSpPr>
          <p:cNvPr id="30" name="Text 28"/>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31" name="Text 29"/>
          <p:cNvSpPr/>
          <p:nvPr/>
        </p:nvSpPr>
        <p:spPr>
          <a:xfrm>
            <a:off x="6720840" y="1088136"/>
            <a:ext cx="5029200" cy="365760"/>
          </a:xfrm>
          <a:prstGeom prst="rect">
            <a:avLst/>
          </a:prstGeom>
          <a:noFill/>
          <a:ln/>
        </p:spPr>
        <p:txBody>
          <a:bodyPr wrap="square" lIns="0" tIns="0" rIns="0" bIns="0" rtlCol="0" anchor="ctr"/>
          <a:lstStyle/>
          <a:p>
            <a:pPr marL="0" indent="0">
              <a:lnSpc>
                <a:spcPct val="110000"/>
              </a:lnSpc>
              <a:buNone/>
            </a:pPr>
            <a:r>
              <a:rPr lang="en-US" sz="1200" b="1">
                <a:solidFill>
                  <a:srgbClr val="26221C"/>
                </a:solidFill>
                <a:latin typeface="Arial" pitchFamily="34" charset="0"/>
                <a:ea typeface="Arial" pitchFamily="34" charset="-122"/>
                <a:cs typeface="Arial" pitchFamily="34" charset="-120"/>
              </a:rPr>
              <a:t>지문의 최종 결론(healthy)을 학생이 직접 완성한다.</a:t>
            </a:r>
            <a:endParaRPr lang="en-US" sz="1200"/>
          </a:p>
        </p:txBody>
      </p:sp>
      <p:sp>
        <p:nvSpPr>
          <p:cNvPr id="32" name="Shape 30"/>
          <p:cNvSpPr/>
          <p:nvPr/>
        </p:nvSpPr>
        <p:spPr>
          <a:xfrm>
            <a:off x="6720840" y="1591056"/>
            <a:ext cx="5029200" cy="822960"/>
          </a:xfrm>
          <a:prstGeom prst="roundRect">
            <a:avLst>
              <a:gd name="adj" fmla="val 6667"/>
            </a:avLst>
          </a:prstGeom>
          <a:solidFill>
            <a:srgbClr val="EAF3DE"/>
          </a:solidFill>
          <a:ln w="9525">
            <a:solidFill>
              <a:srgbClr val="3B6D11"/>
            </a:solidFill>
            <a:prstDash val="solid"/>
          </a:ln>
        </p:spPr>
      </p:sp>
      <p:sp>
        <p:nvSpPr>
          <p:cNvPr id="33" name="Text 31"/>
          <p:cNvSpPr/>
          <p:nvPr/>
        </p:nvSpPr>
        <p:spPr>
          <a:xfrm>
            <a:off x="6848856" y="1645920"/>
            <a:ext cx="4773168" cy="713232"/>
          </a:xfrm>
          <a:prstGeom prst="rect">
            <a:avLst/>
          </a:prstGeom>
          <a:noFill/>
          <a:ln/>
        </p:spPr>
        <p:txBody>
          <a:bodyPr wrap="square" lIns="0" tIns="0" rIns="0" bIns="0" rtlCol="0" anchor="t"/>
          <a:lstStyle/>
          <a:p>
            <a:pPr marL="0" indent="0">
              <a:lnSpc>
                <a:spcPct val="115000"/>
              </a:lnSpc>
              <a:buNone/>
            </a:pPr>
            <a:r>
              <a:rPr lang="en-US" sz="1000" b="1">
                <a:solidFill>
                  <a:srgbClr val="27500A"/>
                </a:solidFill>
                <a:latin typeface="Arial" pitchFamily="34" charset="0"/>
                <a:ea typeface="Arial" pitchFamily="34" charset="-122"/>
                <a:cs typeface="Arial" pitchFamily="34" charset="-120"/>
              </a:rPr>
              <a:t>정답(CA1) 시  </a:t>
            </a:r>
            <a:r>
              <a:rPr lang="en-US" sz="1000">
                <a:solidFill>
                  <a:srgbClr val="27500A"/>
                </a:solidFill>
                <a:latin typeface="Arial" pitchFamily="34" charset="0"/>
                <a:ea typeface="Arial" pitchFamily="34" charset="-122"/>
                <a:cs typeface="Arial" pitchFamily="34" charset="-120"/>
              </a:rPr>
              <a:t>“healthy / 건강하다” 채움 → 종합 반응 후 1차시 마무리.</a:t>
            </a:r>
            <a:endParaRPr lang="en-US" sz="1000"/>
          </a:p>
        </p:txBody>
      </p:sp>
      <p:sp>
        <p:nvSpPr>
          <p:cNvPr id="34" name="Shape 32"/>
          <p:cNvSpPr/>
          <p:nvPr/>
        </p:nvSpPr>
        <p:spPr>
          <a:xfrm>
            <a:off x="6720840" y="2523744"/>
            <a:ext cx="5029200" cy="822960"/>
          </a:xfrm>
          <a:prstGeom prst="roundRect">
            <a:avLst>
              <a:gd name="adj" fmla="val 6667"/>
            </a:avLst>
          </a:prstGeom>
          <a:solidFill>
            <a:srgbClr val="FAECE7"/>
          </a:solidFill>
          <a:ln w="9525">
            <a:solidFill>
              <a:srgbClr val="993C1D"/>
            </a:solidFill>
            <a:prstDash val="solid"/>
          </a:ln>
        </p:spPr>
      </p:sp>
      <p:sp>
        <p:nvSpPr>
          <p:cNvPr id="35" name="Text 33"/>
          <p:cNvSpPr/>
          <p:nvPr/>
        </p:nvSpPr>
        <p:spPr>
          <a:xfrm>
            <a:off x="6848856" y="2578608"/>
            <a:ext cx="4773168" cy="713232"/>
          </a:xfrm>
          <a:prstGeom prst="rect">
            <a:avLst/>
          </a:prstGeom>
          <a:noFill/>
          <a:ln/>
        </p:spPr>
        <p:txBody>
          <a:bodyPr wrap="square" lIns="0" tIns="0" rIns="0" bIns="0" rtlCol="0" anchor="t"/>
          <a:lstStyle/>
          <a:p>
            <a:pPr marL="0" indent="0">
              <a:lnSpc>
                <a:spcPct val="115000"/>
              </a:lnSpc>
              <a:buNone/>
            </a:pPr>
            <a:r>
              <a:rPr lang="en-US" sz="1000" b="1">
                <a:solidFill>
                  <a:srgbClr val="712B13"/>
                </a:solidFill>
                <a:latin typeface="Arial" pitchFamily="34" charset="0"/>
                <a:ea typeface="Arial" pitchFamily="34" charset="-122"/>
                <a:cs typeface="Arial" pitchFamily="34" charset="-120"/>
              </a:rPr>
              <a:t>오답/망설임(CA2) 시  </a:t>
            </a:r>
            <a:r>
              <a:rPr lang="en-US" sz="1000">
                <a:solidFill>
                  <a:srgbClr val="712B13"/>
                </a:solidFill>
                <a:latin typeface="Arial" pitchFamily="34" charset="0"/>
                <a:ea typeface="Arial" pitchFamily="34" charset="-122"/>
                <a:cs typeface="Arial" pitchFamily="34" charset="-120"/>
              </a:rPr>
              <a:t>오답 채움 → 글쓴이가 마지막에 강조한 것을 다시 짚어보라고 유도 → 재도전 틀리면 정답 완성해서 마무리.</a:t>
            </a:r>
            <a:endParaRPr lang="en-US" sz="1000"/>
          </a:p>
        </p:txBody>
      </p:sp>
      <p:sp>
        <p:nvSpPr>
          <p:cNvPr id="36" name="Text 34"/>
          <p:cNvSpPr/>
          <p:nvPr/>
        </p:nvSpPr>
        <p:spPr>
          <a:xfrm>
            <a:off x="6720840" y="3456432"/>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37" name="Shape 35"/>
          <p:cNvSpPr/>
          <p:nvPr/>
        </p:nvSpPr>
        <p:spPr>
          <a:xfrm>
            <a:off x="6720840" y="3675888"/>
            <a:ext cx="2926080" cy="329184"/>
          </a:xfrm>
          <a:prstGeom prst="roundRect">
            <a:avLst>
              <a:gd name="adj" fmla="val 50000"/>
            </a:avLst>
          </a:prstGeom>
          <a:solidFill>
            <a:srgbClr val="E6F1FB"/>
          </a:solidFill>
          <a:ln w="12700">
            <a:solidFill>
              <a:srgbClr val="185FA5"/>
            </a:solidFill>
            <a:prstDash val="solid"/>
          </a:ln>
        </p:spPr>
      </p:sp>
      <p:sp>
        <p:nvSpPr>
          <p:cNvPr id="38" name="Text 36"/>
          <p:cNvSpPr/>
          <p:nvPr/>
        </p:nvSpPr>
        <p:spPr>
          <a:xfrm>
            <a:off x="6720840" y="3675888"/>
            <a:ext cx="2926080" cy="329184"/>
          </a:xfrm>
          <a:prstGeom prst="rect">
            <a:avLst/>
          </a:prstGeom>
          <a:noFill/>
          <a:ln/>
        </p:spPr>
        <p:txBody>
          <a:bodyPr wrap="square" lIns="0" tIns="0" rIns="0" bIns="0" rtlCol="0" anchor="ctr"/>
          <a:lstStyle/>
          <a:p>
            <a:pPr marL="0" indent="0" algn="ctr">
              <a:buNone/>
            </a:pPr>
            <a:r>
              <a:rPr lang="en-US" sz="1000" b="1">
                <a:solidFill>
                  <a:srgbClr val="0C447C"/>
                </a:solidFill>
                <a:latin typeface="Arial" pitchFamily="34" charset="0"/>
                <a:ea typeface="Arial" pitchFamily="34" charset="-122"/>
                <a:cs typeface="Arial" pitchFamily="34" charset="-120"/>
              </a:rPr>
              <a:t>빈칸 채우기 기능</a:t>
            </a:r>
            <a:endParaRPr lang="en-US"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EDEDE7"/>
          </a:solidFill>
          <a:ln/>
        </p:spPr>
      </p:sp>
      <p:sp>
        <p:nvSpPr>
          <p:cNvPr id="3" name="Text 1"/>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444441"/>
                </a:solidFill>
                <a:latin typeface="Arial" pitchFamily="34" charset="0"/>
                <a:ea typeface="Arial" pitchFamily="34" charset="-122"/>
                <a:cs typeface="Arial" pitchFamily="34" charset="-120"/>
              </a:rPr>
              <a:t>2차시  ·  1단계 · 소재 파악 (addiction 추론)</a:t>
            </a:r>
            <a:endParaRPr lang="en-US" sz="1600"/>
          </a:p>
        </p:txBody>
      </p:sp>
      <p:sp>
        <p:nvSpPr>
          <p:cNvPr id="4" name="Shape 2"/>
          <p:cNvSpPr/>
          <p:nvPr/>
        </p:nvSpPr>
        <p:spPr>
          <a:xfrm>
            <a:off x="9966960" y="128016"/>
            <a:ext cx="1828800" cy="310896"/>
          </a:xfrm>
          <a:prstGeom prst="roundRect">
            <a:avLst>
              <a:gd name="adj" fmla="val 50000"/>
            </a:avLst>
          </a:prstGeom>
          <a:solidFill>
            <a:srgbClr val="FFFFFF"/>
          </a:solidFill>
          <a:ln w="12700">
            <a:solidFill>
              <a:srgbClr val="888780"/>
            </a:solidFill>
            <a:prstDash val="solid"/>
          </a:ln>
        </p:spPr>
      </p:sp>
      <p:sp>
        <p:nvSpPr>
          <p:cNvPr id="5" name="Text 3"/>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444441"/>
                </a:solidFill>
                <a:latin typeface="Arial" pitchFamily="34" charset="0"/>
                <a:ea typeface="Arial" pitchFamily="34" charset="-122"/>
                <a:cs typeface="Arial" pitchFamily="34" charset="-120"/>
              </a:rPr>
              <a:t>도입</a:t>
            </a:r>
            <a:endParaRPr lang="en-US" sz="950"/>
          </a:p>
        </p:txBody>
      </p:sp>
      <p:sp>
        <p:nvSpPr>
          <p:cNvPr id="6" name="Shape 4"/>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sp>
      <p:sp>
        <p:nvSpPr>
          <p:cNvPr id="7" name="Shape 5"/>
          <p:cNvSpPr/>
          <p:nvPr/>
        </p:nvSpPr>
        <p:spPr>
          <a:xfrm>
            <a:off x="457200" y="868680"/>
            <a:ext cx="5943600" cy="256032"/>
          </a:xfrm>
          <a:prstGeom prst="rect">
            <a:avLst/>
          </a:prstGeom>
          <a:solidFill>
            <a:srgbClr val="F0EEE7"/>
          </a:solidFill>
          <a:ln w="9525">
            <a:solidFill>
              <a:srgbClr val="B9B6AC"/>
            </a:solidFill>
            <a:prstDash val="solid"/>
          </a:ln>
        </p:spPr>
      </p:sp>
      <p:sp>
        <p:nvSpPr>
          <p:cNvPr id="8" name="Shape 6"/>
          <p:cNvSpPr/>
          <p:nvPr/>
        </p:nvSpPr>
        <p:spPr>
          <a:xfrm>
            <a:off x="585216" y="960120"/>
            <a:ext cx="73152" cy="73152"/>
          </a:xfrm>
          <a:prstGeom prst="ellipse">
            <a:avLst/>
          </a:prstGeom>
          <a:solidFill>
            <a:srgbClr val="C7C4B9"/>
          </a:solidFill>
          <a:ln/>
        </p:spPr>
      </p:sp>
      <p:sp>
        <p:nvSpPr>
          <p:cNvPr id="9" name="Shape 7"/>
          <p:cNvSpPr/>
          <p:nvPr/>
        </p:nvSpPr>
        <p:spPr>
          <a:xfrm>
            <a:off x="731520" y="960120"/>
            <a:ext cx="73152" cy="73152"/>
          </a:xfrm>
          <a:prstGeom prst="ellipse">
            <a:avLst/>
          </a:prstGeom>
          <a:solidFill>
            <a:srgbClr val="C7C4B9"/>
          </a:solidFill>
          <a:ln/>
        </p:spPr>
      </p:sp>
      <p:sp>
        <p:nvSpPr>
          <p:cNvPr id="10" name="Shape 8"/>
          <p:cNvSpPr/>
          <p:nvPr/>
        </p:nvSpPr>
        <p:spPr>
          <a:xfrm>
            <a:off x="877824" y="960120"/>
            <a:ext cx="73152" cy="73152"/>
          </a:xfrm>
          <a:prstGeom prst="ellipse">
            <a:avLst/>
          </a:prstGeom>
          <a:solidFill>
            <a:srgbClr val="C7C4B9"/>
          </a:solidFill>
          <a:ln/>
        </p:spPr>
      </p:sp>
      <p:sp>
        <p:nvSpPr>
          <p:cNvPr id="11" name="Text 9"/>
          <p:cNvSpPr/>
          <p:nvPr/>
        </p:nvSpPr>
        <p:spPr>
          <a:xfrm>
            <a:off x="621792" y="1234440"/>
            <a:ext cx="291949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텍스트 영역</a:t>
            </a:r>
            <a:endParaRPr lang="en-US" sz="750"/>
          </a:p>
        </p:txBody>
      </p:sp>
      <p:sp>
        <p:nvSpPr>
          <p:cNvPr id="12" name="Text 10"/>
          <p:cNvSpPr/>
          <p:nvPr/>
        </p:nvSpPr>
        <p:spPr>
          <a:xfrm>
            <a:off x="3687592" y="1234440"/>
            <a:ext cx="25486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Activity 영역</a:t>
            </a:r>
            <a:endParaRPr lang="en-US" sz="750"/>
          </a:p>
        </p:txBody>
      </p:sp>
      <p:sp>
        <p:nvSpPr>
          <p:cNvPr id="13" name="Shape 11"/>
          <p:cNvSpPr/>
          <p:nvPr/>
        </p:nvSpPr>
        <p:spPr>
          <a:xfrm>
            <a:off x="621792" y="1417320"/>
            <a:ext cx="2919496" cy="3767328"/>
          </a:xfrm>
          <a:prstGeom prst="roundRect">
            <a:avLst>
              <a:gd name="adj" fmla="val 1566"/>
            </a:avLst>
          </a:prstGeom>
          <a:solidFill>
            <a:srgbClr val="F1EFE8"/>
          </a:solidFill>
          <a:ln w="9525">
            <a:solidFill>
              <a:srgbClr val="D9D7CE"/>
            </a:solidFill>
            <a:prstDash val="solid"/>
          </a:ln>
        </p:spPr>
      </p:sp>
      <p:sp>
        <p:nvSpPr>
          <p:cNvPr id="14" name="Text 12"/>
          <p:cNvSpPr/>
          <p:nvPr/>
        </p:nvSpPr>
        <p:spPr>
          <a:xfrm>
            <a:off x="713232" y="1472184"/>
            <a:ext cx="2736616" cy="3657600"/>
          </a:xfrm>
          <a:prstGeom prst="rect">
            <a:avLst/>
          </a:prstGeom>
          <a:noFill/>
          <a:ln/>
        </p:spPr>
        <p:txBody>
          <a:bodyPr wrap="square" lIns="0" tIns="0" rIns="0" bIns="0" rtlCol="0" anchor="t"/>
          <a:lstStyle/>
          <a:p>
            <a:pPr marL="0" indent="0">
              <a:lnSpc>
                <a:spcPct val="115000"/>
              </a:lnSpc>
              <a:buNone/>
            </a:pPr>
            <a:r>
              <a:rPr lang="en-US" sz="830" i="1">
                <a:solidFill>
                  <a:srgbClr val="6D6A63"/>
                </a:solidFill>
                <a:latin typeface="Arial" pitchFamily="34" charset="0"/>
                <a:ea typeface="Arial" pitchFamily="34" charset="-122"/>
                <a:cs typeface="Arial" pitchFamily="34" charset="-120"/>
              </a:rPr>
              <a:t>Many people blame violent video games for real violence, but research has never proven it. Now, the debate is about __________.</a:t>
            </a:r>
            <a:endParaRPr lang="en-US" sz="830"/>
          </a:p>
        </p:txBody>
      </p:sp>
      <p:sp>
        <p:nvSpPr>
          <p:cNvPr id="15" name="Text 13"/>
          <p:cNvSpPr/>
          <p:nvPr/>
        </p:nvSpPr>
        <p:spPr>
          <a:xfrm>
            <a:off x="3687592" y="1435608"/>
            <a:ext cx="2743200" cy="201168"/>
          </a:xfrm>
          <a:prstGeom prst="rect">
            <a:avLst/>
          </a:prstGeom>
          <a:noFill/>
          <a:ln/>
        </p:spPr>
        <p:txBody>
          <a:bodyPr wrap="square" lIns="0" tIns="0" rIns="0" bIns="0" rtlCol="0" anchor="ctr"/>
          <a:lstStyle/>
          <a:p>
            <a:pPr marL="0" indent="0">
              <a:buNone/>
            </a:pPr>
            <a:r>
              <a:rPr lang="en-US" sz="850" b="1">
                <a:solidFill>
                  <a:srgbClr val="6D6A63"/>
                </a:solidFill>
                <a:latin typeface="Arial" pitchFamily="34" charset="0"/>
                <a:ea typeface="Arial" pitchFamily="34" charset="-122"/>
                <a:cs typeface="Arial" pitchFamily="34" charset="-120"/>
              </a:rPr>
              <a:t>인터랙션 · 말하기</a:t>
            </a:r>
            <a:endParaRPr lang="en-US" sz="850"/>
          </a:p>
        </p:txBody>
      </p:sp>
      <p:sp>
        <p:nvSpPr>
          <p:cNvPr id="16" name="Shape 14"/>
          <p:cNvSpPr/>
          <p:nvPr/>
        </p:nvSpPr>
        <p:spPr>
          <a:xfrm>
            <a:off x="4632716" y="1691640"/>
            <a:ext cx="658368" cy="658368"/>
          </a:xfrm>
          <a:prstGeom prst="ellipse">
            <a:avLst/>
          </a:prstGeom>
          <a:solidFill>
            <a:srgbClr val="FAECE7"/>
          </a:solidFill>
          <a:ln w="12700">
            <a:solidFill>
              <a:srgbClr val="993C1D"/>
            </a:solidFill>
            <a:prstDash val="solid"/>
          </a:ln>
        </p:spPr>
      </p:sp>
      <p:sp>
        <p:nvSpPr>
          <p:cNvPr id="17" name="Text 15"/>
          <p:cNvSpPr/>
          <p:nvPr/>
        </p:nvSpPr>
        <p:spPr>
          <a:xfrm>
            <a:off x="4632716" y="1691640"/>
            <a:ext cx="658368" cy="658368"/>
          </a:xfrm>
          <a:prstGeom prst="rect">
            <a:avLst/>
          </a:prstGeom>
          <a:noFill/>
          <a:ln/>
        </p:spPr>
        <p:txBody>
          <a:bodyPr wrap="square" lIns="0" tIns="0" rIns="0" bIns="0" rtlCol="0" anchor="ctr"/>
          <a:lstStyle/>
          <a:p>
            <a:pPr marL="0" indent="0" algn="ctr">
              <a:buNone/>
            </a:pPr>
            <a:r>
              <a:rPr lang="en-US" sz="2000">
                <a:solidFill>
                  <a:srgbClr val="000000"/>
                </a:solidFill>
                <a:latin typeface="Arial" pitchFamily="34" charset="0"/>
                <a:ea typeface="Arial" pitchFamily="34" charset="-122"/>
                <a:cs typeface="Arial" pitchFamily="34" charset="-120"/>
              </a:rPr>
              <a:t>🎙</a:t>
            </a:r>
            <a:endParaRPr lang="en-US" sz="2000"/>
          </a:p>
        </p:txBody>
      </p:sp>
      <p:sp>
        <p:nvSpPr>
          <p:cNvPr id="18" name="Text 16"/>
          <p:cNvSpPr/>
          <p:nvPr/>
        </p:nvSpPr>
        <p:spPr>
          <a:xfrm>
            <a:off x="3687592" y="2404872"/>
            <a:ext cx="2548616" cy="201168"/>
          </a:xfrm>
          <a:prstGeom prst="rect">
            <a:avLst/>
          </a:prstGeom>
          <a:noFill/>
          <a:ln/>
        </p:spPr>
        <p:txBody>
          <a:bodyPr wrap="square" lIns="0" tIns="0" rIns="0" bIns="0" rtlCol="0" anchor="ctr"/>
          <a:lstStyle/>
          <a:p>
            <a:pPr marL="0" indent="0" algn="ctr">
              <a:buNone/>
            </a:pPr>
            <a:r>
              <a:rPr lang="en-US" sz="850">
                <a:solidFill>
                  <a:srgbClr val="6D6A63"/>
                </a:solidFill>
                <a:latin typeface="Arial" pitchFamily="34" charset="0"/>
                <a:ea typeface="Arial" pitchFamily="34" charset="-122"/>
                <a:cs typeface="Arial" pitchFamily="34" charset="-120"/>
              </a:rPr>
              <a:t>학생이 음성으로 답변</a:t>
            </a:r>
            <a:endParaRPr lang="en-US" sz="850"/>
          </a:p>
        </p:txBody>
      </p:sp>
      <p:sp>
        <p:nvSpPr>
          <p:cNvPr id="19" name="Text 17"/>
          <p:cNvSpPr/>
          <p:nvPr/>
        </p:nvSpPr>
        <p:spPr>
          <a:xfrm>
            <a:off x="621792" y="5312664"/>
            <a:ext cx="56144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튜터링 영역</a:t>
            </a:r>
            <a:endParaRPr lang="en-US" sz="750"/>
          </a:p>
        </p:txBody>
      </p:sp>
      <p:sp>
        <p:nvSpPr>
          <p:cNvPr id="20" name="Shape 18"/>
          <p:cNvSpPr/>
          <p:nvPr/>
        </p:nvSpPr>
        <p:spPr>
          <a:xfrm>
            <a:off x="621792" y="5495544"/>
            <a:ext cx="5614416" cy="566928"/>
          </a:xfrm>
          <a:prstGeom prst="roundRect">
            <a:avLst>
              <a:gd name="adj" fmla="val 19355"/>
            </a:avLst>
          </a:prstGeom>
          <a:solidFill>
            <a:srgbClr val="E6F1FB"/>
          </a:solidFill>
          <a:ln w="9525">
            <a:solidFill>
              <a:srgbClr val="185FA5"/>
            </a:solidFill>
            <a:prstDash val="solid"/>
          </a:ln>
        </p:spPr>
      </p:sp>
      <p:sp>
        <p:nvSpPr>
          <p:cNvPr id="21" name="Text 19"/>
          <p:cNvSpPr/>
          <p:nvPr/>
        </p:nvSpPr>
        <p:spPr>
          <a:xfrm>
            <a:off x="749808" y="5495544"/>
            <a:ext cx="5358384" cy="566928"/>
          </a:xfrm>
          <a:prstGeom prst="rect">
            <a:avLst/>
          </a:prstGeom>
          <a:noFill/>
          <a:ln/>
        </p:spPr>
        <p:txBody>
          <a:bodyPr wrap="square" lIns="0" tIns="0" rIns="0" bIns="0" rtlCol="0" anchor="ctr"/>
          <a:lstStyle/>
          <a:p>
            <a:pPr marL="0" indent="0">
              <a:lnSpc>
                <a:spcPct val="105000"/>
              </a:lnSpc>
              <a:buNone/>
            </a:pPr>
            <a:r>
              <a:rPr lang="en-US" sz="900" b="1">
                <a:solidFill>
                  <a:srgbClr val="185FA5"/>
                </a:solidFill>
                <a:latin typeface="Arial" pitchFamily="34" charset="0"/>
                <a:ea typeface="Arial" pitchFamily="34" charset="-122"/>
                <a:cs typeface="Arial" pitchFamily="34" charset="-120"/>
              </a:rPr>
              <a:t>🎙 튜터  </a:t>
            </a:r>
            <a:r>
              <a:rPr lang="en-US" sz="1000">
                <a:solidFill>
                  <a:srgbClr val="0C447C"/>
                </a:solidFill>
                <a:latin typeface="Arial" pitchFamily="34" charset="0"/>
                <a:ea typeface="Arial" pitchFamily="34" charset="-122"/>
                <a:cs typeface="Arial" pitchFamily="34" charset="-120"/>
              </a:rPr>
              <a:t>자, 이제 비디오 게임에 대한 다른 글을 읽어보자. 빈칸에 알맞은 표현이 뭐일 것 같아?</a:t>
            </a:r>
            <a:endParaRPr lang="en-US" sz="900"/>
          </a:p>
        </p:txBody>
      </p:sp>
      <p:sp>
        <p:nvSpPr>
          <p:cNvPr id="22" name="Text 20"/>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23" name="Text 21"/>
          <p:cNvSpPr/>
          <p:nvPr/>
        </p:nvSpPr>
        <p:spPr>
          <a:xfrm>
            <a:off x="6720840" y="1088136"/>
            <a:ext cx="5029200" cy="365760"/>
          </a:xfrm>
          <a:prstGeom prst="rect">
            <a:avLst/>
          </a:prstGeom>
          <a:noFill/>
          <a:ln/>
        </p:spPr>
        <p:txBody>
          <a:bodyPr wrap="square" lIns="0" tIns="0" rIns="0" bIns="0" rtlCol="0" anchor="ctr"/>
          <a:lstStyle/>
          <a:p>
            <a:pPr marL="0" indent="0">
              <a:lnSpc>
                <a:spcPct val="110000"/>
              </a:lnSpc>
              <a:buNone/>
            </a:pPr>
            <a:r>
              <a:rPr lang="en-US" sz="1200" b="1">
                <a:solidFill>
                  <a:srgbClr val="26221C"/>
                </a:solidFill>
                <a:latin typeface="Arial" pitchFamily="34" charset="0"/>
                <a:ea typeface="Arial" pitchFamily="34" charset="-122"/>
                <a:cs typeface="Arial" pitchFamily="34" charset="-120"/>
              </a:rPr>
              <a:t>새 지문의 핵심 소재(addiction)를 빈칸 추론으로 도출한다.</a:t>
            </a:r>
            <a:endParaRPr lang="en-US" sz="1200"/>
          </a:p>
        </p:txBody>
      </p:sp>
      <p:sp>
        <p:nvSpPr>
          <p:cNvPr id="24" name="Shape 22"/>
          <p:cNvSpPr/>
          <p:nvPr/>
        </p:nvSpPr>
        <p:spPr>
          <a:xfrm>
            <a:off x="6720840" y="1591056"/>
            <a:ext cx="5029200" cy="822960"/>
          </a:xfrm>
          <a:prstGeom prst="roundRect">
            <a:avLst>
              <a:gd name="adj" fmla="val 6667"/>
            </a:avLst>
          </a:prstGeom>
          <a:solidFill>
            <a:srgbClr val="EAF3DE"/>
          </a:solidFill>
          <a:ln w="9525">
            <a:solidFill>
              <a:srgbClr val="3B6D11"/>
            </a:solidFill>
            <a:prstDash val="solid"/>
          </a:ln>
        </p:spPr>
      </p:sp>
      <p:sp>
        <p:nvSpPr>
          <p:cNvPr id="25" name="Text 23"/>
          <p:cNvSpPr/>
          <p:nvPr/>
        </p:nvSpPr>
        <p:spPr>
          <a:xfrm>
            <a:off x="6848856" y="1645920"/>
            <a:ext cx="4773168" cy="713232"/>
          </a:xfrm>
          <a:prstGeom prst="rect">
            <a:avLst/>
          </a:prstGeom>
          <a:noFill/>
          <a:ln/>
        </p:spPr>
        <p:txBody>
          <a:bodyPr wrap="square" lIns="0" tIns="0" rIns="0" bIns="0" rtlCol="0" anchor="t"/>
          <a:lstStyle/>
          <a:p>
            <a:pPr marL="0" indent="0">
              <a:lnSpc>
                <a:spcPct val="115000"/>
              </a:lnSpc>
              <a:buNone/>
            </a:pPr>
            <a:r>
              <a:rPr lang="en-US" sz="1000" b="1">
                <a:solidFill>
                  <a:srgbClr val="27500A"/>
                </a:solidFill>
                <a:latin typeface="Arial" pitchFamily="34" charset="0"/>
                <a:ea typeface="Arial" pitchFamily="34" charset="-122"/>
                <a:cs typeface="Arial" pitchFamily="34" charset="-120"/>
              </a:rPr>
              <a:t>정답(CA1) 시  </a:t>
            </a:r>
            <a:r>
              <a:rPr lang="en-US" sz="1000">
                <a:solidFill>
                  <a:srgbClr val="27500A"/>
                </a:solidFill>
                <a:latin typeface="Arial" pitchFamily="34" charset="0"/>
                <a:ea typeface="Arial" pitchFamily="34" charset="-122"/>
                <a:cs typeface="Arial" pitchFamily="34" charset="-120"/>
              </a:rPr>
              <a:t>“중독” 답변 → 확인 반응 후 진행.</a:t>
            </a:r>
            <a:endParaRPr lang="en-US" sz="1000"/>
          </a:p>
        </p:txBody>
      </p:sp>
      <p:sp>
        <p:nvSpPr>
          <p:cNvPr id="26" name="Shape 24"/>
          <p:cNvSpPr/>
          <p:nvPr/>
        </p:nvSpPr>
        <p:spPr>
          <a:xfrm>
            <a:off x="6720840" y="2523744"/>
            <a:ext cx="5029200" cy="822960"/>
          </a:xfrm>
          <a:prstGeom prst="roundRect">
            <a:avLst>
              <a:gd name="adj" fmla="val 6667"/>
            </a:avLst>
          </a:prstGeom>
          <a:solidFill>
            <a:srgbClr val="FAECE7"/>
          </a:solidFill>
          <a:ln w="9525">
            <a:solidFill>
              <a:srgbClr val="993C1D"/>
            </a:solidFill>
            <a:prstDash val="solid"/>
          </a:ln>
        </p:spPr>
      </p:sp>
      <p:sp>
        <p:nvSpPr>
          <p:cNvPr id="27" name="Text 25"/>
          <p:cNvSpPr/>
          <p:nvPr/>
        </p:nvSpPr>
        <p:spPr>
          <a:xfrm>
            <a:off x="6848856" y="2578608"/>
            <a:ext cx="4773168" cy="713232"/>
          </a:xfrm>
          <a:prstGeom prst="rect">
            <a:avLst/>
          </a:prstGeom>
          <a:noFill/>
          <a:ln/>
        </p:spPr>
        <p:txBody>
          <a:bodyPr wrap="square" lIns="0" tIns="0" rIns="0" bIns="0" rtlCol="0" anchor="t"/>
          <a:lstStyle/>
          <a:p>
            <a:pPr marL="0" indent="0">
              <a:lnSpc>
                <a:spcPct val="115000"/>
              </a:lnSpc>
              <a:buNone/>
            </a:pPr>
            <a:r>
              <a:rPr lang="en-US" sz="1000" b="1">
                <a:solidFill>
                  <a:srgbClr val="712B13"/>
                </a:solidFill>
                <a:latin typeface="Arial" pitchFamily="34" charset="0"/>
                <a:ea typeface="Arial" pitchFamily="34" charset="-122"/>
                <a:cs typeface="Arial" pitchFamily="34" charset="-120"/>
              </a:rPr>
              <a:t>오답/망설임(CA2) 시  </a:t>
            </a:r>
            <a:r>
              <a:rPr lang="en-US" sz="1000">
                <a:solidFill>
                  <a:srgbClr val="712B13"/>
                </a:solidFill>
                <a:latin typeface="Arial" pitchFamily="34" charset="0"/>
                <a:ea typeface="Arial" pitchFamily="34" charset="-122"/>
                <a:cs typeface="Arial" pitchFamily="34" charset="-120"/>
              </a:rPr>
              <a:t>재질문 → 2문단 하이라이트로 힌트 → 재도전 후 정답(addiction) 채워서 진행.</a:t>
            </a:r>
            <a:endParaRPr lang="en-US" sz="1000"/>
          </a:p>
        </p:txBody>
      </p:sp>
      <p:sp>
        <p:nvSpPr>
          <p:cNvPr id="28" name="Text 26"/>
          <p:cNvSpPr/>
          <p:nvPr/>
        </p:nvSpPr>
        <p:spPr>
          <a:xfrm>
            <a:off x="6720840" y="3456432"/>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29" name="Shape 27"/>
          <p:cNvSpPr/>
          <p:nvPr/>
        </p:nvSpPr>
        <p:spPr>
          <a:xfrm>
            <a:off x="6720840" y="3675888"/>
            <a:ext cx="2926080" cy="329184"/>
          </a:xfrm>
          <a:prstGeom prst="roundRect">
            <a:avLst>
              <a:gd name="adj" fmla="val 50000"/>
            </a:avLst>
          </a:prstGeom>
          <a:solidFill>
            <a:srgbClr val="E6F1FB"/>
          </a:solidFill>
          <a:ln w="12700">
            <a:solidFill>
              <a:srgbClr val="185FA5"/>
            </a:solidFill>
            <a:prstDash val="solid"/>
          </a:ln>
        </p:spPr>
      </p:sp>
      <p:sp>
        <p:nvSpPr>
          <p:cNvPr id="30" name="Text 28"/>
          <p:cNvSpPr/>
          <p:nvPr/>
        </p:nvSpPr>
        <p:spPr>
          <a:xfrm>
            <a:off x="6720840" y="3675888"/>
            <a:ext cx="2926080" cy="329184"/>
          </a:xfrm>
          <a:prstGeom prst="rect">
            <a:avLst/>
          </a:prstGeom>
          <a:noFill/>
          <a:ln/>
        </p:spPr>
        <p:txBody>
          <a:bodyPr wrap="square" lIns="0" tIns="0" rIns="0" bIns="0" rtlCol="0" anchor="ctr"/>
          <a:lstStyle/>
          <a:p>
            <a:pPr marL="0" indent="0" algn="ctr">
              <a:buNone/>
            </a:pPr>
            <a:r>
              <a:rPr lang="en-US" sz="1000" b="1">
                <a:solidFill>
                  <a:srgbClr val="0C447C"/>
                </a:solidFill>
                <a:latin typeface="Arial" pitchFamily="34" charset="0"/>
                <a:ea typeface="Arial" pitchFamily="34" charset="-122"/>
                <a:cs typeface="Arial" pitchFamily="34" charset="-120"/>
              </a:rPr>
              <a:t>마이크 기능</a:t>
            </a:r>
            <a:endParaRPr lang="en-US"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E6F1FB"/>
          </a:solidFill>
          <a:ln/>
        </p:spPr>
      </p:sp>
      <p:sp>
        <p:nvSpPr>
          <p:cNvPr id="3" name="Text 1"/>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0C447C"/>
                </a:solidFill>
                <a:latin typeface="Arial" pitchFamily="34" charset="0"/>
                <a:ea typeface="Arial" pitchFamily="34" charset="-122"/>
                <a:cs typeface="Arial" pitchFamily="34" charset="-120"/>
              </a:rPr>
              <a:t>2차시  ·  2단계 · 주장과 근거 연결하기</a:t>
            </a:r>
            <a:endParaRPr lang="en-US" sz="1600"/>
          </a:p>
        </p:txBody>
      </p:sp>
      <p:sp>
        <p:nvSpPr>
          <p:cNvPr id="4" name="Shape 2"/>
          <p:cNvSpPr/>
          <p:nvPr/>
        </p:nvSpPr>
        <p:spPr>
          <a:xfrm>
            <a:off x="9966960" y="128016"/>
            <a:ext cx="1828800" cy="310896"/>
          </a:xfrm>
          <a:prstGeom prst="roundRect">
            <a:avLst>
              <a:gd name="adj" fmla="val 50000"/>
            </a:avLst>
          </a:prstGeom>
          <a:solidFill>
            <a:srgbClr val="FFFFFF"/>
          </a:solidFill>
          <a:ln w="12700">
            <a:solidFill>
              <a:srgbClr val="185FA5"/>
            </a:solidFill>
            <a:prstDash val="solid"/>
          </a:ln>
        </p:spPr>
      </p:sp>
      <p:sp>
        <p:nvSpPr>
          <p:cNvPr id="5" name="Text 3"/>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0C447C"/>
                </a:solidFill>
                <a:latin typeface="Arial" pitchFamily="34" charset="0"/>
                <a:ea typeface="Arial" pitchFamily="34" charset="-122"/>
                <a:cs typeface="Arial" pitchFamily="34" charset="-120"/>
              </a:rPr>
              <a:t>본론</a:t>
            </a:r>
            <a:endParaRPr lang="en-US" sz="950"/>
          </a:p>
        </p:txBody>
      </p:sp>
      <p:sp>
        <p:nvSpPr>
          <p:cNvPr id="6" name="Shape 4"/>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sp>
      <p:sp>
        <p:nvSpPr>
          <p:cNvPr id="7" name="Shape 5"/>
          <p:cNvSpPr/>
          <p:nvPr/>
        </p:nvSpPr>
        <p:spPr>
          <a:xfrm>
            <a:off x="457200" y="868680"/>
            <a:ext cx="5943600" cy="256032"/>
          </a:xfrm>
          <a:prstGeom prst="rect">
            <a:avLst/>
          </a:prstGeom>
          <a:solidFill>
            <a:srgbClr val="F0EEE7"/>
          </a:solidFill>
          <a:ln w="9525">
            <a:solidFill>
              <a:srgbClr val="B9B6AC"/>
            </a:solidFill>
            <a:prstDash val="solid"/>
          </a:ln>
        </p:spPr>
      </p:sp>
      <p:sp>
        <p:nvSpPr>
          <p:cNvPr id="8" name="Shape 6"/>
          <p:cNvSpPr/>
          <p:nvPr/>
        </p:nvSpPr>
        <p:spPr>
          <a:xfrm>
            <a:off x="585216" y="960120"/>
            <a:ext cx="73152" cy="73152"/>
          </a:xfrm>
          <a:prstGeom prst="ellipse">
            <a:avLst/>
          </a:prstGeom>
          <a:solidFill>
            <a:srgbClr val="C7C4B9"/>
          </a:solidFill>
          <a:ln/>
        </p:spPr>
      </p:sp>
      <p:sp>
        <p:nvSpPr>
          <p:cNvPr id="9" name="Shape 7"/>
          <p:cNvSpPr/>
          <p:nvPr/>
        </p:nvSpPr>
        <p:spPr>
          <a:xfrm>
            <a:off x="731520" y="960120"/>
            <a:ext cx="73152" cy="73152"/>
          </a:xfrm>
          <a:prstGeom prst="ellipse">
            <a:avLst/>
          </a:prstGeom>
          <a:solidFill>
            <a:srgbClr val="C7C4B9"/>
          </a:solidFill>
          <a:ln/>
        </p:spPr>
      </p:sp>
      <p:sp>
        <p:nvSpPr>
          <p:cNvPr id="10" name="Shape 8"/>
          <p:cNvSpPr/>
          <p:nvPr/>
        </p:nvSpPr>
        <p:spPr>
          <a:xfrm>
            <a:off x="877824" y="960120"/>
            <a:ext cx="73152" cy="73152"/>
          </a:xfrm>
          <a:prstGeom prst="ellipse">
            <a:avLst/>
          </a:prstGeom>
          <a:solidFill>
            <a:srgbClr val="C7C4B9"/>
          </a:solidFill>
          <a:ln/>
        </p:spPr>
      </p:sp>
      <p:sp>
        <p:nvSpPr>
          <p:cNvPr id="11" name="Text 9"/>
          <p:cNvSpPr/>
          <p:nvPr/>
        </p:nvSpPr>
        <p:spPr>
          <a:xfrm>
            <a:off x="621792" y="1234440"/>
            <a:ext cx="291949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텍스트 영역</a:t>
            </a:r>
            <a:endParaRPr lang="en-US" sz="750"/>
          </a:p>
        </p:txBody>
      </p:sp>
      <p:sp>
        <p:nvSpPr>
          <p:cNvPr id="12" name="Text 10"/>
          <p:cNvSpPr/>
          <p:nvPr/>
        </p:nvSpPr>
        <p:spPr>
          <a:xfrm>
            <a:off x="3687592" y="1234440"/>
            <a:ext cx="25486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Activity 영역</a:t>
            </a:r>
            <a:endParaRPr lang="en-US" sz="750"/>
          </a:p>
        </p:txBody>
      </p:sp>
      <p:sp>
        <p:nvSpPr>
          <p:cNvPr id="13" name="Shape 11"/>
          <p:cNvSpPr/>
          <p:nvPr/>
        </p:nvSpPr>
        <p:spPr>
          <a:xfrm>
            <a:off x="621792" y="1417320"/>
            <a:ext cx="2919496" cy="3767328"/>
          </a:xfrm>
          <a:prstGeom prst="roundRect">
            <a:avLst>
              <a:gd name="adj" fmla="val 1566"/>
            </a:avLst>
          </a:prstGeom>
          <a:solidFill>
            <a:srgbClr val="F1EFE8"/>
          </a:solidFill>
          <a:ln w="9525">
            <a:solidFill>
              <a:srgbClr val="D9D7CE"/>
            </a:solidFill>
            <a:prstDash val="solid"/>
          </a:ln>
        </p:spPr>
      </p:sp>
      <p:sp>
        <p:nvSpPr>
          <p:cNvPr id="14" name="Text 12"/>
          <p:cNvSpPr/>
          <p:nvPr/>
        </p:nvSpPr>
        <p:spPr>
          <a:xfrm>
            <a:off x="713232" y="1472184"/>
            <a:ext cx="2736616" cy="3657600"/>
          </a:xfrm>
          <a:prstGeom prst="rect">
            <a:avLst/>
          </a:prstGeom>
          <a:noFill/>
          <a:ln/>
        </p:spPr>
        <p:txBody>
          <a:bodyPr wrap="square" lIns="0" tIns="0" rIns="0" bIns="0" rtlCol="0" anchor="t"/>
          <a:lstStyle/>
          <a:p>
            <a:pPr marL="0" indent="0">
              <a:lnSpc>
                <a:spcPct val="115000"/>
              </a:lnSpc>
              <a:buNone/>
            </a:pPr>
            <a:r>
              <a:rPr lang="en-US" sz="830" i="1">
                <a:solidFill>
                  <a:srgbClr val="6D6A63"/>
                </a:solidFill>
                <a:latin typeface="Arial" pitchFamily="34" charset="0"/>
                <a:ea typeface="Arial" pitchFamily="34" charset="-122"/>
                <a:cs typeface="Arial" pitchFamily="34" charset="-120"/>
              </a:rPr>
              <a:t>Kids' and teens' brains are still growing, so many cannot control their gaming habits well. They find it hard to stop playing games. The World Health Organization recognizes gaming disorder as a real health condition. About 8.5 percent of young gamers are fully addicted.</a:t>
            </a:r>
            <a:endParaRPr lang="en-US" sz="830"/>
          </a:p>
        </p:txBody>
      </p:sp>
      <p:sp>
        <p:nvSpPr>
          <p:cNvPr id="15" name="Text 13"/>
          <p:cNvSpPr/>
          <p:nvPr/>
        </p:nvSpPr>
        <p:spPr>
          <a:xfrm>
            <a:off x="3687592" y="1435608"/>
            <a:ext cx="2743200" cy="201168"/>
          </a:xfrm>
          <a:prstGeom prst="rect">
            <a:avLst/>
          </a:prstGeom>
          <a:noFill/>
          <a:ln/>
        </p:spPr>
        <p:txBody>
          <a:bodyPr wrap="square" lIns="0" tIns="0" rIns="0" bIns="0" rtlCol="0" anchor="ctr"/>
          <a:lstStyle/>
          <a:p>
            <a:pPr marL="0" indent="0">
              <a:buNone/>
            </a:pPr>
            <a:r>
              <a:rPr lang="en-US" sz="850" b="1">
                <a:solidFill>
                  <a:srgbClr val="6D6A63"/>
                </a:solidFill>
                <a:latin typeface="Arial" pitchFamily="34" charset="0"/>
                <a:ea typeface="Arial" pitchFamily="34" charset="-122"/>
                <a:cs typeface="Arial" pitchFamily="34" charset="-120"/>
              </a:rPr>
              <a:t>인터랙션 · 드래그 정렬</a:t>
            </a:r>
            <a:endParaRPr lang="en-US" sz="850"/>
          </a:p>
        </p:txBody>
      </p:sp>
      <p:sp>
        <p:nvSpPr>
          <p:cNvPr id="16" name="Shape 14"/>
          <p:cNvSpPr/>
          <p:nvPr/>
        </p:nvSpPr>
        <p:spPr>
          <a:xfrm>
            <a:off x="3687592" y="1673352"/>
            <a:ext cx="2548616" cy="530352"/>
          </a:xfrm>
          <a:prstGeom prst="roundRect">
            <a:avLst>
              <a:gd name="adj" fmla="val 12069"/>
            </a:avLst>
          </a:prstGeom>
          <a:solidFill>
            <a:srgbClr val="EAF3DE"/>
          </a:solidFill>
          <a:ln w="12700">
            <a:solidFill>
              <a:srgbClr val="3B6D11"/>
            </a:solidFill>
            <a:prstDash val="dash"/>
          </a:ln>
        </p:spPr>
      </p:sp>
      <p:sp>
        <p:nvSpPr>
          <p:cNvPr id="17" name="Text 15"/>
          <p:cNvSpPr/>
          <p:nvPr/>
        </p:nvSpPr>
        <p:spPr>
          <a:xfrm>
            <a:off x="3779032" y="1673352"/>
            <a:ext cx="2365736" cy="530352"/>
          </a:xfrm>
          <a:prstGeom prst="rect">
            <a:avLst/>
          </a:prstGeom>
          <a:noFill/>
          <a:ln/>
        </p:spPr>
        <p:txBody>
          <a:bodyPr wrap="square" lIns="0" tIns="0" rIns="0" bIns="0" rtlCol="0" anchor="ctr"/>
          <a:lstStyle/>
          <a:p>
            <a:pPr marL="0" indent="0">
              <a:lnSpc>
                <a:spcPct val="100000"/>
              </a:lnSpc>
              <a:buNone/>
            </a:pPr>
            <a:r>
              <a:rPr lang="en-US" sz="780" b="1">
                <a:solidFill>
                  <a:srgbClr val="3B6D11"/>
                </a:solidFill>
                <a:latin typeface="Arial" pitchFamily="34" charset="0"/>
                <a:ea typeface="Arial" pitchFamily="34" charset="-122"/>
                <a:cs typeface="Arial" pitchFamily="34" charset="-120"/>
              </a:rPr>
              <a:t>⠿  </a:t>
            </a:r>
            <a:r>
              <a:rPr lang="en-US" sz="780">
                <a:solidFill>
                  <a:srgbClr val="27500A"/>
                </a:solidFill>
                <a:latin typeface="Arial" pitchFamily="34" charset="0"/>
                <a:ea typeface="Arial" pitchFamily="34" charset="-122"/>
                <a:cs typeface="Arial" pitchFamily="34" charset="-120"/>
              </a:rPr>
              <a:t>still growing (뇌가 자라는 중)</a:t>
            </a:r>
            <a:endParaRPr lang="en-US" sz="780"/>
          </a:p>
        </p:txBody>
      </p:sp>
      <p:sp>
        <p:nvSpPr>
          <p:cNvPr id="18" name="Text 16"/>
          <p:cNvSpPr/>
          <p:nvPr/>
        </p:nvSpPr>
        <p:spPr>
          <a:xfrm>
            <a:off x="4824740" y="2194560"/>
            <a:ext cx="274320" cy="146304"/>
          </a:xfrm>
          <a:prstGeom prst="rect">
            <a:avLst/>
          </a:prstGeom>
          <a:noFill/>
          <a:ln/>
        </p:spPr>
        <p:txBody>
          <a:bodyPr wrap="square" lIns="0" tIns="0" rIns="0" bIns="0" rtlCol="0" anchor="ctr"/>
          <a:lstStyle/>
          <a:p>
            <a:pPr marL="0" indent="0" algn="ctr">
              <a:buNone/>
            </a:pPr>
            <a:r>
              <a:rPr lang="en-US" sz="900">
                <a:solidFill>
                  <a:srgbClr val="6D6A63"/>
                </a:solidFill>
                <a:latin typeface="Arial" pitchFamily="34" charset="0"/>
                <a:ea typeface="Arial" pitchFamily="34" charset="-122"/>
                <a:cs typeface="Arial" pitchFamily="34" charset="-120"/>
              </a:rPr>
              <a:t>↕</a:t>
            </a:r>
            <a:endParaRPr lang="en-US" sz="900"/>
          </a:p>
        </p:txBody>
      </p:sp>
      <p:sp>
        <p:nvSpPr>
          <p:cNvPr id="19" name="Shape 17"/>
          <p:cNvSpPr/>
          <p:nvPr/>
        </p:nvSpPr>
        <p:spPr>
          <a:xfrm>
            <a:off x="3687592" y="2286000"/>
            <a:ext cx="2548616" cy="530352"/>
          </a:xfrm>
          <a:prstGeom prst="roundRect">
            <a:avLst>
              <a:gd name="adj" fmla="val 12069"/>
            </a:avLst>
          </a:prstGeom>
          <a:solidFill>
            <a:srgbClr val="EAF3DE"/>
          </a:solidFill>
          <a:ln w="12700">
            <a:solidFill>
              <a:srgbClr val="3B6D11"/>
            </a:solidFill>
            <a:prstDash val="dash"/>
          </a:ln>
        </p:spPr>
      </p:sp>
      <p:sp>
        <p:nvSpPr>
          <p:cNvPr id="20" name="Text 18"/>
          <p:cNvSpPr/>
          <p:nvPr/>
        </p:nvSpPr>
        <p:spPr>
          <a:xfrm>
            <a:off x="3779032" y="2286000"/>
            <a:ext cx="2365736" cy="530352"/>
          </a:xfrm>
          <a:prstGeom prst="rect">
            <a:avLst/>
          </a:prstGeom>
          <a:noFill/>
          <a:ln/>
        </p:spPr>
        <p:txBody>
          <a:bodyPr wrap="square" lIns="0" tIns="0" rIns="0" bIns="0" rtlCol="0" anchor="ctr"/>
          <a:lstStyle/>
          <a:p>
            <a:pPr marL="0" indent="0">
              <a:lnSpc>
                <a:spcPct val="100000"/>
              </a:lnSpc>
              <a:buNone/>
            </a:pPr>
            <a:r>
              <a:rPr lang="en-US" sz="780" b="1">
                <a:solidFill>
                  <a:srgbClr val="3B6D11"/>
                </a:solidFill>
                <a:latin typeface="Arial" pitchFamily="34" charset="0"/>
                <a:ea typeface="Arial" pitchFamily="34" charset="-122"/>
                <a:cs typeface="Arial" pitchFamily="34" charset="-120"/>
              </a:rPr>
              <a:t>⠿  </a:t>
            </a:r>
            <a:r>
              <a:rPr lang="en-US" sz="780">
                <a:solidFill>
                  <a:srgbClr val="27500A"/>
                </a:solidFill>
                <a:latin typeface="Arial" pitchFamily="34" charset="0"/>
                <a:ea typeface="Arial" pitchFamily="34" charset="-122"/>
                <a:cs typeface="Arial" pitchFamily="34" charset="-120"/>
              </a:rPr>
              <a:t>not ready to manage habits (습관 관리 미숙)</a:t>
            </a:r>
            <a:endParaRPr lang="en-US" sz="780"/>
          </a:p>
        </p:txBody>
      </p:sp>
      <p:sp>
        <p:nvSpPr>
          <p:cNvPr id="21" name="Text 19"/>
          <p:cNvSpPr/>
          <p:nvPr/>
        </p:nvSpPr>
        <p:spPr>
          <a:xfrm>
            <a:off x="4824740" y="2807208"/>
            <a:ext cx="274320" cy="146304"/>
          </a:xfrm>
          <a:prstGeom prst="rect">
            <a:avLst/>
          </a:prstGeom>
          <a:noFill/>
          <a:ln/>
        </p:spPr>
        <p:txBody>
          <a:bodyPr wrap="square" lIns="0" tIns="0" rIns="0" bIns="0" rtlCol="0" anchor="ctr"/>
          <a:lstStyle/>
          <a:p>
            <a:pPr marL="0" indent="0" algn="ctr">
              <a:buNone/>
            </a:pPr>
            <a:r>
              <a:rPr lang="en-US" sz="900">
                <a:solidFill>
                  <a:srgbClr val="6D6A63"/>
                </a:solidFill>
                <a:latin typeface="Arial" pitchFamily="34" charset="0"/>
                <a:ea typeface="Arial" pitchFamily="34" charset="-122"/>
                <a:cs typeface="Arial" pitchFamily="34" charset="-120"/>
              </a:rPr>
              <a:t>↕</a:t>
            </a:r>
            <a:endParaRPr lang="en-US" sz="900"/>
          </a:p>
        </p:txBody>
      </p:sp>
      <p:sp>
        <p:nvSpPr>
          <p:cNvPr id="22" name="Shape 20"/>
          <p:cNvSpPr/>
          <p:nvPr/>
        </p:nvSpPr>
        <p:spPr>
          <a:xfrm>
            <a:off x="3687592" y="2898648"/>
            <a:ext cx="2548616" cy="530352"/>
          </a:xfrm>
          <a:prstGeom prst="roundRect">
            <a:avLst>
              <a:gd name="adj" fmla="val 12069"/>
            </a:avLst>
          </a:prstGeom>
          <a:solidFill>
            <a:srgbClr val="EAF3DE"/>
          </a:solidFill>
          <a:ln w="12700">
            <a:solidFill>
              <a:srgbClr val="3B6D11"/>
            </a:solidFill>
            <a:prstDash val="dash"/>
          </a:ln>
        </p:spPr>
      </p:sp>
      <p:sp>
        <p:nvSpPr>
          <p:cNvPr id="23" name="Text 21"/>
          <p:cNvSpPr/>
          <p:nvPr/>
        </p:nvSpPr>
        <p:spPr>
          <a:xfrm>
            <a:off x="3779032" y="2898648"/>
            <a:ext cx="2365736" cy="530352"/>
          </a:xfrm>
          <a:prstGeom prst="rect">
            <a:avLst/>
          </a:prstGeom>
          <a:noFill/>
          <a:ln/>
        </p:spPr>
        <p:txBody>
          <a:bodyPr wrap="square" lIns="0" tIns="0" rIns="0" bIns="0" rtlCol="0" anchor="ctr"/>
          <a:lstStyle/>
          <a:p>
            <a:pPr marL="0" indent="0">
              <a:lnSpc>
                <a:spcPct val="100000"/>
              </a:lnSpc>
              <a:buNone/>
            </a:pPr>
            <a:r>
              <a:rPr lang="en-US" sz="780" b="1">
                <a:solidFill>
                  <a:srgbClr val="3B6D11"/>
                </a:solidFill>
                <a:latin typeface="Arial" pitchFamily="34" charset="0"/>
                <a:ea typeface="Arial" pitchFamily="34" charset="-122"/>
                <a:cs typeface="Arial" pitchFamily="34" charset="-120"/>
              </a:rPr>
              <a:t>⠿  </a:t>
            </a:r>
            <a:r>
              <a:rPr lang="en-US" sz="780">
                <a:solidFill>
                  <a:srgbClr val="27500A"/>
                </a:solidFill>
                <a:latin typeface="Arial" pitchFamily="34" charset="0"/>
                <a:ea typeface="Arial" pitchFamily="34" charset="-122"/>
                <a:cs typeface="Arial" pitchFamily="34" charset="-120"/>
              </a:rPr>
              <a:t>cannot control how much they play (조절 불능)</a:t>
            </a:r>
            <a:endParaRPr lang="en-US" sz="780"/>
          </a:p>
        </p:txBody>
      </p:sp>
      <p:sp>
        <p:nvSpPr>
          <p:cNvPr id="24" name="Text 22"/>
          <p:cNvSpPr/>
          <p:nvPr/>
        </p:nvSpPr>
        <p:spPr>
          <a:xfrm>
            <a:off x="621792" y="5312664"/>
            <a:ext cx="56144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튜터링 영역</a:t>
            </a:r>
            <a:endParaRPr lang="en-US" sz="750"/>
          </a:p>
        </p:txBody>
      </p:sp>
      <p:sp>
        <p:nvSpPr>
          <p:cNvPr id="25" name="Shape 23"/>
          <p:cNvSpPr/>
          <p:nvPr/>
        </p:nvSpPr>
        <p:spPr>
          <a:xfrm>
            <a:off x="621792" y="5495544"/>
            <a:ext cx="5614416" cy="566928"/>
          </a:xfrm>
          <a:prstGeom prst="roundRect">
            <a:avLst>
              <a:gd name="adj" fmla="val 19355"/>
            </a:avLst>
          </a:prstGeom>
          <a:solidFill>
            <a:srgbClr val="E6F1FB"/>
          </a:solidFill>
          <a:ln w="9525">
            <a:solidFill>
              <a:srgbClr val="185FA5"/>
            </a:solidFill>
            <a:prstDash val="solid"/>
          </a:ln>
        </p:spPr>
      </p:sp>
      <p:sp>
        <p:nvSpPr>
          <p:cNvPr id="26" name="Text 24"/>
          <p:cNvSpPr/>
          <p:nvPr/>
        </p:nvSpPr>
        <p:spPr>
          <a:xfrm>
            <a:off x="749808" y="5495544"/>
            <a:ext cx="5358384" cy="566928"/>
          </a:xfrm>
          <a:prstGeom prst="rect">
            <a:avLst/>
          </a:prstGeom>
          <a:noFill/>
          <a:ln/>
        </p:spPr>
        <p:txBody>
          <a:bodyPr wrap="square" lIns="0" tIns="0" rIns="0" bIns="0" rtlCol="0" anchor="ctr"/>
          <a:lstStyle/>
          <a:p>
            <a:pPr marL="0" indent="0">
              <a:lnSpc>
                <a:spcPct val="105000"/>
              </a:lnSpc>
              <a:buNone/>
            </a:pPr>
            <a:r>
              <a:rPr lang="en-US" sz="900" b="1">
                <a:solidFill>
                  <a:srgbClr val="185FA5"/>
                </a:solidFill>
                <a:latin typeface="Arial" pitchFamily="34" charset="0"/>
                <a:ea typeface="Arial" pitchFamily="34" charset="-122"/>
                <a:cs typeface="Arial" pitchFamily="34" charset="-120"/>
              </a:rPr>
              <a:t>🎙 튜터  </a:t>
            </a:r>
            <a:r>
              <a:rPr lang="en-US" sz="1000">
                <a:solidFill>
                  <a:srgbClr val="0C447C"/>
                </a:solidFill>
                <a:latin typeface="Arial" pitchFamily="34" charset="0"/>
                <a:ea typeface="Arial" pitchFamily="34" charset="-122"/>
                <a:cs typeface="Arial" pitchFamily="34" charset="-120"/>
              </a:rPr>
              <a:t>아이·청소년이 addiction에 더 취약하다고 말한 논리적 근거를 찾아보자. 순서대로 배열해볼까?</a:t>
            </a:r>
            <a:endParaRPr lang="en-US" sz="900"/>
          </a:p>
        </p:txBody>
      </p:sp>
      <p:sp>
        <p:nvSpPr>
          <p:cNvPr id="27" name="Text 25"/>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28" name="Text 26"/>
          <p:cNvSpPr/>
          <p:nvPr/>
        </p:nvSpPr>
        <p:spPr>
          <a:xfrm>
            <a:off x="6720840" y="1088136"/>
            <a:ext cx="5029200" cy="365760"/>
          </a:xfrm>
          <a:prstGeom prst="rect">
            <a:avLst/>
          </a:prstGeom>
          <a:noFill/>
          <a:ln/>
        </p:spPr>
        <p:txBody>
          <a:bodyPr wrap="square" lIns="0" tIns="0" rIns="0" bIns="0" rtlCol="0" anchor="ctr"/>
          <a:lstStyle/>
          <a:p>
            <a:pPr marL="0" indent="0">
              <a:lnSpc>
                <a:spcPct val="110000"/>
              </a:lnSpc>
              <a:buNone/>
            </a:pPr>
            <a:r>
              <a:rPr lang="en-US" sz="1200" b="1">
                <a:solidFill>
                  <a:srgbClr val="26221C"/>
                </a:solidFill>
                <a:latin typeface="Arial" pitchFamily="34" charset="0"/>
                <a:ea typeface="Arial" pitchFamily="34" charset="-122"/>
                <a:cs typeface="Arial" pitchFamily="34" charset="-120"/>
              </a:rPr>
              <a:t>적절 스택 구조 + ‘아이·청소년’ 특화 사실을 T/F 선택까지 확인한다.</a:t>
            </a:r>
            <a:endParaRPr lang="en-US" sz="1200"/>
          </a:p>
        </p:txBody>
      </p:sp>
      <p:sp>
        <p:nvSpPr>
          <p:cNvPr id="29" name="Shape 27"/>
          <p:cNvSpPr/>
          <p:nvPr/>
        </p:nvSpPr>
        <p:spPr>
          <a:xfrm>
            <a:off x="6720840" y="1591056"/>
            <a:ext cx="5029200" cy="822960"/>
          </a:xfrm>
          <a:prstGeom prst="roundRect">
            <a:avLst>
              <a:gd name="adj" fmla="val 6667"/>
            </a:avLst>
          </a:prstGeom>
          <a:solidFill>
            <a:srgbClr val="EAF3DE"/>
          </a:solidFill>
          <a:ln w="9525">
            <a:solidFill>
              <a:srgbClr val="3B6D11"/>
            </a:solidFill>
            <a:prstDash val="solid"/>
          </a:ln>
        </p:spPr>
      </p:sp>
      <p:sp>
        <p:nvSpPr>
          <p:cNvPr id="30" name="Text 28"/>
          <p:cNvSpPr/>
          <p:nvPr/>
        </p:nvSpPr>
        <p:spPr>
          <a:xfrm>
            <a:off x="6848856" y="1645920"/>
            <a:ext cx="4773168" cy="713232"/>
          </a:xfrm>
          <a:prstGeom prst="rect">
            <a:avLst/>
          </a:prstGeom>
          <a:noFill/>
          <a:ln/>
        </p:spPr>
        <p:txBody>
          <a:bodyPr wrap="square" lIns="0" tIns="0" rIns="0" bIns="0" rtlCol="0" anchor="t"/>
          <a:lstStyle/>
          <a:p>
            <a:pPr marL="0" indent="0">
              <a:lnSpc>
                <a:spcPct val="115000"/>
              </a:lnSpc>
              <a:buNone/>
            </a:pPr>
            <a:r>
              <a:rPr lang="en-US" sz="1000" b="1">
                <a:solidFill>
                  <a:srgbClr val="27500A"/>
                </a:solidFill>
                <a:latin typeface="Arial" pitchFamily="34" charset="0"/>
                <a:ea typeface="Arial" pitchFamily="34" charset="-122"/>
                <a:cs typeface="Arial" pitchFamily="34" charset="-120"/>
              </a:rPr>
              <a:t>정답(CA1) 시  </a:t>
            </a:r>
            <a:r>
              <a:rPr lang="en-US" sz="1000">
                <a:solidFill>
                  <a:srgbClr val="27500A"/>
                </a:solidFill>
                <a:latin typeface="Arial" pitchFamily="34" charset="0"/>
                <a:ea typeface="Arial" pitchFamily="34" charset="-122"/>
                <a:cs typeface="Arial" pitchFamily="34" charset="-120"/>
              </a:rPr>
              <a:t>정답 순서 배치 + “아이 및 청소년에게” 선택 → 진행.</a:t>
            </a:r>
            <a:endParaRPr lang="en-US" sz="1000"/>
          </a:p>
        </p:txBody>
      </p:sp>
      <p:sp>
        <p:nvSpPr>
          <p:cNvPr id="31" name="Shape 29"/>
          <p:cNvSpPr/>
          <p:nvPr/>
        </p:nvSpPr>
        <p:spPr>
          <a:xfrm>
            <a:off x="6720840" y="2523744"/>
            <a:ext cx="5029200" cy="822960"/>
          </a:xfrm>
          <a:prstGeom prst="roundRect">
            <a:avLst>
              <a:gd name="adj" fmla="val 6667"/>
            </a:avLst>
          </a:prstGeom>
          <a:solidFill>
            <a:srgbClr val="FAECE7"/>
          </a:solidFill>
          <a:ln w="9525">
            <a:solidFill>
              <a:srgbClr val="993C1D"/>
            </a:solidFill>
            <a:prstDash val="solid"/>
          </a:ln>
        </p:spPr>
      </p:sp>
      <p:sp>
        <p:nvSpPr>
          <p:cNvPr id="32" name="Text 30"/>
          <p:cNvSpPr/>
          <p:nvPr/>
        </p:nvSpPr>
        <p:spPr>
          <a:xfrm>
            <a:off x="6848856" y="2578608"/>
            <a:ext cx="4773168" cy="713232"/>
          </a:xfrm>
          <a:prstGeom prst="rect">
            <a:avLst/>
          </a:prstGeom>
          <a:noFill/>
          <a:ln/>
        </p:spPr>
        <p:txBody>
          <a:bodyPr wrap="square" lIns="0" tIns="0" rIns="0" bIns="0" rtlCol="0" anchor="t"/>
          <a:lstStyle/>
          <a:p>
            <a:pPr marL="0" indent="0">
              <a:lnSpc>
                <a:spcPct val="115000"/>
              </a:lnSpc>
              <a:buNone/>
            </a:pPr>
            <a:r>
              <a:rPr lang="en-US" sz="1000" b="1">
                <a:solidFill>
                  <a:srgbClr val="712B13"/>
                </a:solidFill>
                <a:latin typeface="Arial" pitchFamily="34" charset="0"/>
                <a:ea typeface="Arial" pitchFamily="34" charset="-122"/>
                <a:cs typeface="Arial" pitchFamily="34" charset="-120"/>
              </a:rPr>
              <a:t>오답/망설임(CA2) 시  </a:t>
            </a:r>
            <a:r>
              <a:rPr lang="en-US" sz="1000">
                <a:solidFill>
                  <a:srgbClr val="712B13"/>
                </a:solidFill>
                <a:latin typeface="Arial" pitchFamily="34" charset="0"/>
                <a:ea typeface="Arial" pitchFamily="34" charset="-122"/>
                <a:cs typeface="Arial" pitchFamily="34" charset="-120"/>
              </a:rPr>
              <a:t>순서 오답 또는 “모두에게” 선택 → 문단 재확인 유도 → ‘Kids and teens brains’ 하이라이트 후 진행.</a:t>
            </a:r>
            <a:endParaRPr lang="en-US" sz="1000"/>
          </a:p>
        </p:txBody>
      </p:sp>
      <p:sp>
        <p:nvSpPr>
          <p:cNvPr id="33" name="Text 31"/>
          <p:cNvSpPr/>
          <p:nvPr/>
        </p:nvSpPr>
        <p:spPr>
          <a:xfrm>
            <a:off x="6720840" y="3456432"/>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34" name="Shape 32"/>
          <p:cNvSpPr/>
          <p:nvPr/>
        </p:nvSpPr>
        <p:spPr>
          <a:xfrm>
            <a:off x="6720840" y="3675888"/>
            <a:ext cx="2926080" cy="329184"/>
          </a:xfrm>
          <a:prstGeom prst="roundRect">
            <a:avLst>
              <a:gd name="adj" fmla="val 50000"/>
            </a:avLst>
          </a:prstGeom>
          <a:solidFill>
            <a:srgbClr val="E6F1FB"/>
          </a:solidFill>
          <a:ln w="12700">
            <a:solidFill>
              <a:srgbClr val="185FA5"/>
            </a:solidFill>
            <a:prstDash val="solid"/>
          </a:ln>
        </p:spPr>
      </p:sp>
      <p:sp>
        <p:nvSpPr>
          <p:cNvPr id="35" name="Text 33"/>
          <p:cNvSpPr/>
          <p:nvPr/>
        </p:nvSpPr>
        <p:spPr>
          <a:xfrm>
            <a:off x="6720840" y="3675888"/>
            <a:ext cx="2926080" cy="329184"/>
          </a:xfrm>
          <a:prstGeom prst="rect">
            <a:avLst/>
          </a:prstGeom>
          <a:noFill/>
          <a:ln/>
        </p:spPr>
        <p:txBody>
          <a:bodyPr wrap="square" lIns="0" tIns="0" rIns="0" bIns="0" rtlCol="0" anchor="ctr"/>
          <a:lstStyle/>
          <a:p>
            <a:pPr marL="0" indent="0" algn="ctr">
              <a:buNone/>
            </a:pPr>
            <a:r>
              <a:rPr lang="en-US" sz="1000" b="1">
                <a:solidFill>
                  <a:srgbClr val="0C447C"/>
                </a:solidFill>
                <a:latin typeface="Arial" pitchFamily="34" charset="0"/>
                <a:ea typeface="Arial" pitchFamily="34" charset="-122"/>
                <a:cs typeface="Arial" pitchFamily="34" charset="-120"/>
              </a:rPr>
              <a:t>드래그 앤 드롭 기능 · 선택형 UI</a:t>
            </a:r>
            <a:endParaRPr lang="en-US"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FAEEDA"/>
          </a:solidFill>
          <a:ln/>
        </p:spPr>
      </p:sp>
      <p:sp>
        <p:nvSpPr>
          <p:cNvPr id="3" name="Text 1"/>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633806"/>
                </a:solidFill>
                <a:latin typeface="Arial" pitchFamily="34" charset="0"/>
                <a:ea typeface="Arial" pitchFamily="34" charset="-122"/>
                <a:cs typeface="Arial" pitchFamily="34" charset="-120"/>
              </a:rPr>
              <a:t>2차시  ·  3단계 · 결론 작성하기</a:t>
            </a:r>
            <a:endParaRPr lang="en-US" sz="1600"/>
          </a:p>
        </p:txBody>
      </p:sp>
      <p:sp>
        <p:nvSpPr>
          <p:cNvPr id="4" name="Shape 2"/>
          <p:cNvSpPr/>
          <p:nvPr/>
        </p:nvSpPr>
        <p:spPr>
          <a:xfrm>
            <a:off x="9966960" y="128016"/>
            <a:ext cx="1828800" cy="310896"/>
          </a:xfrm>
          <a:prstGeom prst="roundRect">
            <a:avLst>
              <a:gd name="adj" fmla="val 50000"/>
            </a:avLst>
          </a:prstGeom>
          <a:solidFill>
            <a:srgbClr val="FFFFFF"/>
          </a:solidFill>
          <a:ln w="12700">
            <a:solidFill>
              <a:srgbClr val="854F0B"/>
            </a:solidFill>
            <a:prstDash val="solid"/>
          </a:ln>
        </p:spPr>
      </p:sp>
      <p:sp>
        <p:nvSpPr>
          <p:cNvPr id="5" name="Text 3"/>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633806"/>
                </a:solidFill>
                <a:latin typeface="Arial" pitchFamily="34" charset="0"/>
                <a:ea typeface="Arial" pitchFamily="34" charset="-122"/>
                <a:cs typeface="Arial" pitchFamily="34" charset="-120"/>
              </a:rPr>
              <a:t>결론</a:t>
            </a:r>
            <a:endParaRPr lang="en-US" sz="950"/>
          </a:p>
        </p:txBody>
      </p:sp>
      <p:sp>
        <p:nvSpPr>
          <p:cNvPr id="6" name="Shape 4"/>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sp>
      <p:sp>
        <p:nvSpPr>
          <p:cNvPr id="7" name="Shape 5"/>
          <p:cNvSpPr/>
          <p:nvPr/>
        </p:nvSpPr>
        <p:spPr>
          <a:xfrm>
            <a:off x="457200" y="868680"/>
            <a:ext cx="5943600" cy="256032"/>
          </a:xfrm>
          <a:prstGeom prst="rect">
            <a:avLst/>
          </a:prstGeom>
          <a:solidFill>
            <a:srgbClr val="F0EEE7"/>
          </a:solidFill>
          <a:ln w="9525">
            <a:solidFill>
              <a:srgbClr val="B9B6AC"/>
            </a:solidFill>
            <a:prstDash val="solid"/>
          </a:ln>
        </p:spPr>
      </p:sp>
      <p:sp>
        <p:nvSpPr>
          <p:cNvPr id="8" name="Shape 6"/>
          <p:cNvSpPr/>
          <p:nvPr/>
        </p:nvSpPr>
        <p:spPr>
          <a:xfrm>
            <a:off x="585216" y="960120"/>
            <a:ext cx="73152" cy="73152"/>
          </a:xfrm>
          <a:prstGeom prst="ellipse">
            <a:avLst/>
          </a:prstGeom>
          <a:solidFill>
            <a:srgbClr val="C7C4B9"/>
          </a:solidFill>
          <a:ln/>
        </p:spPr>
      </p:sp>
      <p:sp>
        <p:nvSpPr>
          <p:cNvPr id="9" name="Shape 7"/>
          <p:cNvSpPr/>
          <p:nvPr/>
        </p:nvSpPr>
        <p:spPr>
          <a:xfrm>
            <a:off x="731520" y="960120"/>
            <a:ext cx="73152" cy="73152"/>
          </a:xfrm>
          <a:prstGeom prst="ellipse">
            <a:avLst/>
          </a:prstGeom>
          <a:solidFill>
            <a:srgbClr val="C7C4B9"/>
          </a:solidFill>
          <a:ln/>
        </p:spPr>
      </p:sp>
      <p:sp>
        <p:nvSpPr>
          <p:cNvPr id="10" name="Shape 8"/>
          <p:cNvSpPr/>
          <p:nvPr/>
        </p:nvSpPr>
        <p:spPr>
          <a:xfrm>
            <a:off x="877824" y="960120"/>
            <a:ext cx="73152" cy="73152"/>
          </a:xfrm>
          <a:prstGeom prst="ellipse">
            <a:avLst/>
          </a:prstGeom>
          <a:solidFill>
            <a:srgbClr val="C7C4B9"/>
          </a:solidFill>
          <a:ln/>
        </p:spPr>
      </p:sp>
      <p:sp>
        <p:nvSpPr>
          <p:cNvPr id="11" name="Text 9"/>
          <p:cNvSpPr/>
          <p:nvPr/>
        </p:nvSpPr>
        <p:spPr>
          <a:xfrm>
            <a:off x="621792" y="1234440"/>
            <a:ext cx="291949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텍스트 영역</a:t>
            </a:r>
            <a:endParaRPr lang="en-US" sz="750"/>
          </a:p>
        </p:txBody>
      </p:sp>
      <p:sp>
        <p:nvSpPr>
          <p:cNvPr id="12" name="Text 10"/>
          <p:cNvSpPr/>
          <p:nvPr/>
        </p:nvSpPr>
        <p:spPr>
          <a:xfrm>
            <a:off x="3687592" y="1234440"/>
            <a:ext cx="25486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Activity 영역</a:t>
            </a:r>
            <a:endParaRPr lang="en-US" sz="750"/>
          </a:p>
        </p:txBody>
      </p:sp>
      <p:sp>
        <p:nvSpPr>
          <p:cNvPr id="13" name="Shape 11"/>
          <p:cNvSpPr/>
          <p:nvPr/>
        </p:nvSpPr>
        <p:spPr>
          <a:xfrm>
            <a:off x="621792" y="1417320"/>
            <a:ext cx="2919496" cy="3767328"/>
          </a:xfrm>
          <a:prstGeom prst="roundRect">
            <a:avLst>
              <a:gd name="adj" fmla="val 1566"/>
            </a:avLst>
          </a:prstGeom>
          <a:solidFill>
            <a:srgbClr val="F1EFE8"/>
          </a:solidFill>
          <a:ln w="9525">
            <a:solidFill>
              <a:srgbClr val="D9D7CE"/>
            </a:solidFill>
            <a:prstDash val="solid"/>
          </a:ln>
        </p:spPr>
      </p:sp>
      <p:sp>
        <p:nvSpPr>
          <p:cNvPr id="14" name="Text 12"/>
          <p:cNvSpPr/>
          <p:nvPr/>
        </p:nvSpPr>
        <p:spPr>
          <a:xfrm>
            <a:off x="713232" y="1472184"/>
            <a:ext cx="2736616" cy="3657600"/>
          </a:xfrm>
          <a:prstGeom prst="rect">
            <a:avLst/>
          </a:prstGeom>
          <a:noFill/>
          <a:ln/>
        </p:spPr>
        <p:txBody>
          <a:bodyPr wrap="square" lIns="0" tIns="0" rIns="0" bIns="0" rtlCol="0" anchor="t"/>
          <a:lstStyle/>
          <a:p>
            <a:pPr marL="0" indent="0">
              <a:lnSpc>
                <a:spcPct val="115000"/>
              </a:lnSpc>
              <a:buNone/>
            </a:pPr>
            <a:r>
              <a:rPr lang="en-US" sz="830" i="1">
                <a:solidFill>
                  <a:srgbClr val="6D6A63"/>
                </a:solidFill>
                <a:latin typeface="Arial" pitchFamily="34" charset="0"/>
                <a:ea typeface="Arial" pitchFamily="34" charset="-122"/>
                <a:cs typeface="Arial" pitchFamily="34" charset="-120"/>
              </a:rPr>
              <a:t>이 글은 결론이 없음 → 학생이 직접 완성</a:t>
            </a:r>
            <a:endParaRPr lang="en-US" sz="830"/>
          </a:p>
        </p:txBody>
      </p:sp>
      <p:sp>
        <p:nvSpPr>
          <p:cNvPr id="15" name="Text 13"/>
          <p:cNvSpPr/>
          <p:nvPr/>
        </p:nvSpPr>
        <p:spPr>
          <a:xfrm>
            <a:off x="3687592" y="1435608"/>
            <a:ext cx="2743200" cy="201168"/>
          </a:xfrm>
          <a:prstGeom prst="rect">
            <a:avLst/>
          </a:prstGeom>
          <a:noFill/>
          <a:ln/>
        </p:spPr>
        <p:txBody>
          <a:bodyPr wrap="square" lIns="0" tIns="0" rIns="0" bIns="0" rtlCol="0" anchor="ctr"/>
          <a:lstStyle/>
          <a:p>
            <a:pPr marL="0" indent="0">
              <a:buNone/>
            </a:pPr>
            <a:r>
              <a:rPr lang="en-US" sz="850" b="1">
                <a:solidFill>
                  <a:srgbClr val="6D6A63"/>
                </a:solidFill>
                <a:latin typeface="Arial" pitchFamily="34" charset="0"/>
                <a:ea typeface="Arial" pitchFamily="34" charset="-122"/>
                <a:cs typeface="Arial" pitchFamily="34" charset="-120"/>
              </a:rPr>
              <a:t>인터랙션 · 빈칸 채우기 (드래그)</a:t>
            </a:r>
            <a:endParaRPr lang="en-US" sz="850"/>
          </a:p>
        </p:txBody>
      </p:sp>
      <p:sp>
        <p:nvSpPr>
          <p:cNvPr id="16" name="Shape 14"/>
          <p:cNvSpPr/>
          <p:nvPr/>
        </p:nvSpPr>
        <p:spPr>
          <a:xfrm>
            <a:off x="3687592" y="1673352"/>
            <a:ext cx="2548616" cy="749808"/>
          </a:xfrm>
          <a:prstGeom prst="roundRect">
            <a:avLst>
              <a:gd name="adj" fmla="val 6098"/>
            </a:avLst>
          </a:prstGeom>
          <a:solidFill>
            <a:srgbClr val="FFFFFF"/>
          </a:solidFill>
          <a:ln w="9525">
            <a:solidFill>
              <a:srgbClr val="D9D7CE"/>
            </a:solidFill>
            <a:prstDash val="solid"/>
          </a:ln>
        </p:spPr>
      </p:sp>
      <p:sp>
        <p:nvSpPr>
          <p:cNvPr id="17" name="Text 15"/>
          <p:cNvSpPr/>
          <p:nvPr/>
        </p:nvSpPr>
        <p:spPr>
          <a:xfrm>
            <a:off x="3779032" y="1673352"/>
            <a:ext cx="2365736" cy="749808"/>
          </a:xfrm>
          <a:prstGeom prst="rect">
            <a:avLst/>
          </a:prstGeom>
          <a:noFill/>
          <a:ln/>
        </p:spPr>
        <p:txBody>
          <a:bodyPr wrap="square" lIns="0" tIns="0" rIns="0" bIns="0" rtlCol="0" anchor="ctr"/>
          <a:lstStyle/>
          <a:p>
            <a:pPr marL="0" indent="0">
              <a:lnSpc>
                <a:spcPct val="105000"/>
              </a:lnSpc>
              <a:buNone/>
            </a:pPr>
            <a:r>
              <a:rPr lang="en-US" sz="800">
                <a:solidFill>
                  <a:srgbClr val="26221C"/>
                </a:solidFill>
                <a:latin typeface="Arial" pitchFamily="34" charset="0"/>
                <a:ea typeface="Arial" pitchFamily="34" charset="-122"/>
                <a:cs typeface="Arial" pitchFamily="34" charset="-120"/>
              </a:rPr>
              <a:t>Some kids use games to escape from problems. They spend less time with ___. As they become more ___, they play even more games. This creates a harmful cycle.</a:t>
            </a:r>
            <a:endParaRPr lang="en-US" sz="800"/>
          </a:p>
        </p:txBody>
      </p:sp>
      <p:sp>
        <p:nvSpPr>
          <p:cNvPr id="18" name="Text 16"/>
          <p:cNvSpPr/>
          <p:nvPr/>
        </p:nvSpPr>
        <p:spPr>
          <a:xfrm>
            <a:off x="3687592" y="2514600"/>
            <a:ext cx="2548616" cy="164592"/>
          </a:xfrm>
          <a:prstGeom prst="rect">
            <a:avLst/>
          </a:prstGeom>
          <a:noFill/>
          <a:ln/>
        </p:spPr>
        <p:txBody>
          <a:bodyPr wrap="square" lIns="0" tIns="0" rIns="0" bIns="0" rtlCol="0" anchor="ctr"/>
          <a:lstStyle/>
          <a:p>
            <a:pPr marL="0" indent="0">
              <a:buNone/>
            </a:pPr>
            <a:r>
              <a:rPr lang="en-US" sz="800">
                <a:solidFill>
                  <a:srgbClr val="6D6A63"/>
                </a:solidFill>
                <a:latin typeface="Arial" pitchFamily="34" charset="0"/>
                <a:ea typeface="Arial" pitchFamily="34" charset="-122"/>
                <a:cs typeface="Arial" pitchFamily="34" charset="-120"/>
              </a:rPr>
              <a:t>보기(word bank):</a:t>
            </a:r>
            <a:endParaRPr lang="en-US" sz="800"/>
          </a:p>
        </p:txBody>
      </p:sp>
      <p:sp>
        <p:nvSpPr>
          <p:cNvPr id="19" name="Shape 17"/>
          <p:cNvSpPr/>
          <p:nvPr/>
        </p:nvSpPr>
        <p:spPr>
          <a:xfrm>
            <a:off x="3687592" y="2697480"/>
            <a:ext cx="1527048" cy="274320"/>
          </a:xfrm>
          <a:prstGeom prst="roundRect">
            <a:avLst>
              <a:gd name="adj" fmla="val 50000"/>
            </a:avLst>
          </a:prstGeom>
          <a:solidFill>
            <a:srgbClr val="FAEEDA"/>
          </a:solidFill>
          <a:ln w="12700">
            <a:solidFill>
              <a:srgbClr val="854F0B"/>
            </a:solidFill>
            <a:prstDash val="solid"/>
          </a:ln>
        </p:spPr>
      </p:sp>
      <p:sp>
        <p:nvSpPr>
          <p:cNvPr id="20" name="Text 18"/>
          <p:cNvSpPr/>
          <p:nvPr/>
        </p:nvSpPr>
        <p:spPr>
          <a:xfrm>
            <a:off x="3687592" y="2697480"/>
            <a:ext cx="1527048" cy="274320"/>
          </a:xfrm>
          <a:prstGeom prst="rect">
            <a:avLst/>
          </a:prstGeom>
          <a:noFill/>
          <a:ln/>
        </p:spPr>
        <p:txBody>
          <a:bodyPr wrap="square" lIns="0" tIns="0" rIns="0" bIns="0" rtlCol="0" anchor="ctr"/>
          <a:lstStyle/>
          <a:p>
            <a:pPr marL="0" indent="0" algn="ctr">
              <a:buNone/>
            </a:pPr>
            <a:r>
              <a:rPr lang="en-US" sz="800">
                <a:solidFill>
                  <a:srgbClr val="633806"/>
                </a:solidFill>
                <a:latin typeface="Arial" pitchFamily="34" charset="0"/>
                <a:ea typeface="Arial" pitchFamily="34" charset="-122"/>
                <a:cs typeface="Arial" pitchFamily="34" charset="-120"/>
              </a:rPr>
              <a:t>family and friends</a:t>
            </a:r>
            <a:endParaRPr lang="en-US" sz="800"/>
          </a:p>
        </p:txBody>
      </p:sp>
      <p:sp>
        <p:nvSpPr>
          <p:cNvPr id="21" name="Shape 19"/>
          <p:cNvSpPr/>
          <p:nvPr/>
        </p:nvSpPr>
        <p:spPr>
          <a:xfrm>
            <a:off x="5287792" y="2697480"/>
            <a:ext cx="704088" cy="274320"/>
          </a:xfrm>
          <a:prstGeom prst="roundRect">
            <a:avLst>
              <a:gd name="adj" fmla="val 50000"/>
            </a:avLst>
          </a:prstGeom>
          <a:solidFill>
            <a:srgbClr val="FAEEDA"/>
          </a:solidFill>
          <a:ln w="12700">
            <a:solidFill>
              <a:srgbClr val="854F0B"/>
            </a:solidFill>
            <a:prstDash val="solid"/>
          </a:ln>
        </p:spPr>
      </p:sp>
      <p:sp>
        <p:nvSpPr>
          <p:cNvPr id="22" name="Text 20"/>
          <p:cNvSpPr/>
          <p:nvPr/>
        </p:nvSpPr>
        <p:spPr>
          <a:xfrm>
            <a:off x="5287792" y="2697480"/>
            <a:ext cx="704088" cy="274320"/>
          </a:xfrm>
          <a:prstGeom prst="rect">
            <a:avLst/>
          </a:prstGeom>
          <a:noFill/>
          <a:ln/>
        </p:spPr>
        <p:txBody>
          <a:bodyPr wrap="square" lIns="0" tIns="0" rIns="0" bIns="0" rtlCol="0" anchor="ctr"/>
          <a:lstStyle/>
          <a:p>
            <a:pPr marL="0" indent="0" algn="ctr">
              <a:buNone/>
            </a:pPr>
            <a:r>
              <a:rPr lang="en-US" sz="800">
                <a:solidFill>
                  <a:srgbClr val="633806"/>
                </a:solidFill>
                <a:latin typeface="Arial" pitchFamily="34" charset="0"/>
                <a:ea typeface="Arial" pitchFamily="34" charset="-122"/>
                <a:cs typeface="Arial" pitchFamily="34" charset="-120"/>
              </a:rPr>
              <a:t>lonely</a:t>
            </a:r>
            <a:endParaRPr lang="en-US" sz="800"/>
          </a:p>
        </p:txBody>
      </p:sp>
      <p:sp>
        <p:nvSpPr>
          <p:cNvPr id="23" name="Shape 21"/>
          <p:cNvSpPr/>
          <p:nvPr/>
        </p:nvSpPr>
        <p:spPr>
          <a:xfrm>
            <a:off x="3687592" y="3026664"/>
            <a:ext cx="909828" cy="274320"/>
          </a:xfrm>
          <a:prstGeom prst="roundRect">
            <a:avLst>
              <a:gd name="adj" fmla="val 50000"/>
            </a:avLst>
          </a:prstGeom>
          <a:solidFill>
            <a:srgbClr val="FAEEDA"/>
          </a:solidFill>
          <a:ln w="12700">
            <a:solidFill>
              <a:srgbClr val="854F0B"/>
            </a:solidFill>
            <a:prstDash val="solid"/>
          </a:ln>
        </p:spPr>
      </p:sp>
      <p:sp>
        <p:nvSpPr>
          <p:cNvPr id="24" name="Text 22"/>
          <p:cNvSpPr/>
          <p:nvPr/>
        </p:nvSpPr>
        <p:spPr>
          <a:xfrm>
            <a:off x="3687592" y="3026664"/>
            <a:ext cx="909828" cy="274320"/>
          </a:xfrm>
          <a:prstGeom prst="rect">
            <a:avLst/>
          </a:prstGeom>
          <a:noFill/>
          <a:ln/>
        </p:spPr>
        <p:txBody>
          <a:bodyPr wrap="square" lIns="0" tIns="0" rIns="0" bIns="0" rtlCol="0" anchor="ctr"/>
          <a:lstStyle/>
          <a:p>
            <a:pPr marL="0" indent="0" algn="ctr">
              <a:buNone/>
            </a:pPr>
            <a:r>
              <a:rPr lang="en-US" sz="800">
                <a:solidFill>
                  <a:srgbClr val="633806"/>
                </a:solidFill>
                <a:latin typeface="Arial" pitchFamily="34" charset="0"/>
                <a:ea typeface="Arial" pitchFamily="34" charset="-122"/>
                <a:cs typeface="Arial" pitchFamily="34" charset="-120"/>
              </a:rPr>
              <a:t>dangerous</a:t>
            </a:r>
            <a:endParaRPr lang="en-US" sz="800"/>
          </a:p>
        </p:txBody>
      </p:sp>
      <p:sp>
        <p:nvSpPr>
          <p:cNvPr id="25" name="Text 23"/>
          <p:cNvSpPr/>
          <p:nvPr/>
        </p:nvSpPr>
        <p:spPr>
          <a:xfrm>
            <a:off x="621792" y="5312664"/>
            <a:ext cx="56144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튜터링 영역</a:t>
            </a:r>
            <a:endParaRPr lang="en-US" sz="750"/>
          </a:p>
        </p:txBody>
      </p:sp>
      <p:sp>
        <p:nvSpPr>
          <p:cNvPr id="26" name="Shape 24"/>
          <p:cNvSpPr/>
          <p:nvPr/>
        </p:nvSpPr>
        <p:spPr>
          <a:xfrm>
            <a:off x="621792" y="5495544"/>
            <a:ext cx="5614416" cy="566928"/>
          </a:xfrm>
          <a:prstGeom prst="roundRect">
            <a:avLst>
              <a:gd name="adj" fmla="val 19355"/>
            </a:avLst>
          </a:prstGeom>
          <a:solidFill>
            <a:srgbClr val="E6F1FB"/>
          </a:solidFill>
          <a:ln w="9525">
            <a:solidFill>
              <a:srgbClr val="185FA5"/>
            </a:solidFill>
            <a:prstDash val="solid"/>
          </a:ln>
        </p:spPr>
      </p:sp>
      <p:sp>
        <p:nvSpPr>
          <p:cNvPr id="27" name="Text 25"/>
          <p:cNvSpPr/>
          <p:nvPr/>
        </p:nvSpPr>
        <p:spPr>
          <a:xfrm>
            <a:off x="749808" y="5495544"/>
            <a:ext cx="5358384" cy="566928"/>
          </a:xfrm>
          <a:prstGeom prst="rect">
            <a:avLst/>
          </a:prstGeom>
          <a:noFill/>
          <a:ln/>
        </p:spPr>
        <p:txBody>
          <a:bodyPr wrap="square" lIns="0" tIns="0" rIns="0" bIns="0" rtlCol="0" anchor="ctr"/>
          <a:lstStyle/>
          <a:p>
            <a:pPr marL="0" indent="0">
              <a:lnSpc>
                <a:spcPct val="105000"/>
              </a:lnSpc>
              <a:buNone/>
            </a:pPr>
            <a:r>
              <a:rPr lang="en-US" sz="900" b="1">
                <a:solidFill>
                  <a:srgbClr val="185FA5"/>
                </a:solidFill>
                <a:latin typeface="Arial" pitchFamily="34" charset="0"/>
                <a:ea typeface="Arial" pitchFamily="34" charset="-122"/>
                <a:cs typeface="Arial" pitchFamily="34" charset="-120"/>
              </a:rPr>
              <a:t>🎙 튜터  </a:t>
            </a:r>
            <a:r>
              <a:rPr lang="en-US" sz="1000">
                <a:solidFill>
                  <a:srgbClr val="0C447C"/>
                </a:solidFill>
                <a:latin typeface="Arial" pitchFamily="34" charset="0"/>
                <a:ea typeface="Arial" pitchFamily="34" charset="-122"/>
                <a:cs typeface="Arial" pitchFamily="34" charset="-120"/>
              </a:rPr>
              <a:t>이 글은 결론이 없어. 빈칸에 알맞은 말을 채워볼래?</a:t>
            </a:r>
            <a:endParaRPr lang="en-US" sz="900"/>
          </a:p>
        </p:txBody>
      </p:sp>
      <p:sp>
        <p:nvSpPr>
          <p:cNvPr id="28" name="Text 26"/>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29" name="Text 27"/>
          <p:cNvSpPr/>
          <p:nvPr/>
        </p:nvSpPr>
        <p:spPr>
          <a:xfrm>
            <a:off x="6720840" y="1088136"/>
            <a:ext cx="5029200" cy="365760"/>
          </a:xfrm>
          <a:prstGeom prst="rect">
            <a:avLst/>
          </a:prstGeom>
          <a:noFill/>
          <a:ln/>
        </p:spPr>
        <p:txBody>
          <a:bodyPr wrap="square" lIns="0" tIns="0" rIns="0" bIns="0" rtlCol="0" anchor="ctr"/>
          <a:lstStyle/>
          <a:p>
            <a:pPr marL="0" indent="0">
              <a:lnSpc>
                <a:spcPct val="110000"/>
              </a:lnSpc>
              <a:buNone/>
            </a:pPr>
            <a:r>
              <a:rPr lang="en-US" sz="1200" b="1">
                <a:solidFill>
                  <a:srgbClr val="26221C"/>
                </a:solidFill>
                <a:latin typeface="Arial" pitchFamily="34" charset="0"/>
                <a:ea typeface="Arial" pitchFamily="34" charset="-122"/>
                <a:cs typeface="Arial" pitchFamily="34" charset="-120"/>
              </a:rPr>
              <a:t>빈칸 채우기(3-1) → 순서도 재정리(3-2) → 마지막 단어 작성(4)을 한 단계로 진행.</a:t>
            </a:r>
            <a:endParaRPr lang="en-US" sz="1200"/>
          </a:p>
        </p:txBody>
      </p:sp>
      <p:sp>
        <p:nvSpPr>
          <p:cNvPr id="30" name="Shape 28"/>
          <p:cNvSpPr/>
          <p:nvPr/>
        </p:nvSpPr>
        <p:spPr>
          <a:xfrm>
            <a:off x="6720840" y="1591056"/>
            <a:ext cx="5029200" cy="822960"/>
          </a:xfrm>
          <a:prstGeom prst="roundRect">
            <a:avLst>
              <a:gd name="adj" fmla="val 6667"/>
            </a:avLst>
          </a:prstGeom>
          <a:solidFill>
            <a:srgbClr val="EAF3DE"/>
          </a:solidFill>
          <a:ln w="9525">
            <a:solidFill>
              <a:srgbClr val="3B6D11"/>
            </a:solidFill>
            <a:prstDash val="solid"/>
          </a:ln>
        </p:spPr>
      </p:sp>
      <p:sp>
        <p:nvSpPr>
          <p:cNvPr id="31" name="Text 29"/>
          <p:cNvSpPr/>
          <p:nvPr/>
        </p:nvSpPr>
        <p:spPr>
          <a:xfrm>
            <a:off x="6848856" y="1645920"/>
            <a:ext cx="4773168" cy="713232"/>
          </a:xfrm>
          <a:prstGeom prst="rect">
            <a:avLst/>
          </a:prstGeom>
          <a:noFill/>
          <a:ln/>
        </p:spPr>
        <p:txBody>
          <a:bodyPr wrap="square" lIns="0" tIns="0" rIns="0" bIns="0" rtlCol="0" anchor="t"/>
          <a:lstStyle/>
          <a:p>
            <a:pPr marL="0" indent="0">
              <a:lnSpc>
                <a:spcPct val="115000"/>
              </a:lnSpc>
              <a:buNone/>
            </a:pPr>
            <a:r>
              <a:rPr lang="en-US" sz="1000" b="1">
                <a:solidFill>
                  <a:srgbClr val="27500A"/>
                </a:solidFill>
                <a:latin typeface="Arial" pitchFamily="34" charset="0"/>
                <a:ea typeface="Arial" pitchFamily="34" charset="-122"/>
                <a:cs typeface="Arial" pitchFamily="34" charset="-120"/>
              </a:rPr>
              <a:t>정답(CA1) 시  </a:t>
            </a:r>
            <a:r>
              <a:rPr lang="en-US" sz="1000">
                <a:solidFill>
                  <a:srgbClr val="27500A"/>
                </a:solidFill>
                <a:latin typeface="Arial" pitchFamily="34" charset="0"/>
                <a:ea typeface="Arial" pitchFamily="34" charset="-122"/>
                <a:cs typeface="Arial" pitchFamily="34" charset="-120"/>
              </a:rPr>
              <a:t>두 빈칸 모두 정답 → (▶ 3-A harmful cycle 순서도 화면으로 이어짐, 마지막에 dangerous 작성)</a:t>
            </a:r>
            <a:endParaRPr lang="en-US" sz="1000"/>
          </a:p>
        </p:txBody>
      </p:sp>
      <p:sp>
        <p:nvSpPr>
          <p:cNvPr id="32" name="Shape 30"/>
          <p:cNvSpPr/>
          <p:nvPr/>
        </p:nvSpPr>
        <p:spPr>
          <a:xfrm>
            <a:off x="6720840" y="2523744"/>
            <a:ext cx="5029200" cy="822960"/>
          </a:xfrm>
          <a:prstGeom prst="roundRect">
            <a:avLst>
              <a:gd name="adj" fmla="val 6667"/>
            </a:avLst>
          </a:prstGeom>
          <a:solidFill>
            <a:srgbClr val="FAECE7"/>
          </a:solidFill>
          <a:ln w="9525">
            <a:solidFill>
              <a:srgbClr val="993C1D"/>
            </a:solidFill>
            <a:prstDash val="solid"/>
          </a:ln>
        </p:spPr>
      </p:sp>
      <p:sp>
        <p:nvSpPr>
          <p:cNvPr id="33" name="Text 31"/>
          <p:cNvSpPr/>
          <p:nvPr/>
        </p:nvSpPr>
        <p:spPr>
          <a:xfrm>
            <a:off x="6848856" y="2578608"/>
            <a:ext cx="4773168" cy="713232"/>
          </a:xfrm>
          <a:prstGeom prst="rect">
            <a:avLst/>
          </a:prstGeom>
          <a:noFill/>
          <a:ln/>
        </p:spPr>
        <p:txBody>
          <a:bodyPr wrap="square" lIns="0" tIns="0" rIns="0" bIns="0" rtlCol="0" anchor="t"/>
          <a:lstStyle/>
          <a:p>
            <a:pPr marL="0" indent="0">
              <a:lnSpc>
                <a:spcPct val="115000"/>
              </a:lnSpc>
              <a:buNone/>
            </a:pPr>
            <a:r>
              <a:rPr lang="en-US" sz="1000" b="1">
                <a:solidFill>
                  <a:srgbClr val="712B13"/>
                </a:solidFill>
                <a:latin typeface="Arial" pitchFamily="34" charset="0"/>
                <a:ea typeface="Arial" pitchFamily="34" charset="-122"/>
                <a:cs typeface="Arial" pitchFamily="34" charset="-120"/>
              </a:rPr>
              <a:t>오답/망설임(CA2) 시  </a:t>
            </a:r>
            <a:r>
              <a:rPr lang="en-US" sz="1000">
                <a:solidFill>
                  <a:srgbClr val="712B13"/>
                </a:solidFill>
                <a:latin typeface="Arial" pitchFamily="34" charset="0"/>
                <a:ea typeface="Arial" pitchFamily="34" charset="-122"/>
                <a:cs typeface="Arial" pitchFamily="34" charset="-120"/>
              </a:rPr>
              <a:t>오답 채움 → 다시 읽고 재도전 → 정답 문단 완성해서 보여주고 진행.</a:t>
            </a:r>
            <a:endParaRPr lang="en-US" sz="1000"/>
          </a:p>
        </p:txBody>
      </p:sp>
      <p:sp>
        <p:nvSpPr>
          <p:cNvPr id="34" name="Text 32"/>
          <p:cNvSpPr/>
          <p:nvPr/>
        </p:nvSpPr>
        <p:spPr>
          <a:xfrm>
            <a:off x="6720840" y="3456432"/>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35" name="Shape 33"/>
          <p:cNvSpPr/>
          <p:nvPr/>
        </p:nvSpPr>
        <p:spPr>
          <a:xfrm>
            <a:off x="6720840" y="3675888"/>
            <a:ext cx="2926080" cy="329184"/>
          </a:xfrm>
          <a:prstGeom prst="roundRect">
            <a:avLst>
              <a:gd name="adj" fmla="val 50000"/>
            </a:avLst>
          </a:prstGeom>
          <a:solidFill>
            <a:srgbClr val="E6F1FB"/>
          </a:solidFill>
          <a:ln w="12700">
            <a:solidFill>
              <a:srgbClr val="185FA5"/>
            </a:solidFill>
            <a:prstDash val="solid"/>
          </a:ln>
        </p:spPr>
      </p:sp>
      <p:sp>
        <p:nvSpPr>
          <p:cNvPr id="36" name="Text 34"/>
          <p:cNvSpPr/>
          <p:nvPr/>
        </p:nvSpPr>
        <p:spPr>
          <a:xfrm>
            <a:off x="6720840" y="3675888"/>
            <a:ext cx="2926080" cy="329184"/>
          </a:xfrm>
          <a:prstGeom prst="rect">
            <a:avLst/>
          </a:prstGeom>
          <a:noFill/>
          <a:ln/>
        </p:spPr>
        <p:txBody>
          <a:bodyPr wrap="square" lIns="0" tIns="0" rIns="0" bIns="0" rtlCol="0" anchor="ctr"/>
          <a:lstStyle/>
          <a:p>
            <a:pPr marL="0" indent="0" algn="ctr">
              <a:buNone/>
            </a:pPr>
            <a:r>
              <a:rPr lang="en-US" sz="1000" b="1">
                <a:solidFill>
                  <a:srgbClr val="0C447C"/>
                </a:solidFill>
                <a:latin typeface="Arial" pitchFamily="34" charset="0"/>
                <a:ea typeface="Arial" pitchFamily="34" charset="-122"/>
                <a:cs typeface="Arial" pitchFamily="34" charset="-120"/>
              </a:rPr>
              <a:t>빈칸 채우기 기능</a:t>
            </a:r>
            <a:endParaRPr lang="en-US" sz="1000"/>
          </a:p>
        </p:txBody>
      </p:sp>
      <p:sp>
        <p:nvSpPr>
          <p:cNvPr id="37" name="Text 35"/>
          <p:cNvSpPr/>
          <p:nvPr/>
        </p:nvSpPr>
        <p:spPr>
          <a:xfrm>
            <a:off x="6720840" y="6263640"/>
            <a:ext cx="5029200" cy="274320"/>
          </a:xfrm>
          <a:prstGeom prst="rect">
            <a:avLst/>
          </a:prstGeom>
          <a:noFill/>
          <a:ln/>
        </p:spPr>
        <p:txBody>
          <a:bodyPr wrap="square" lIns="0" tIns="0" rIns="0" bIns="0" rtlCol="0" anchor="ctr"/>
          <a:lstStyle/>
          <a:p>
            <a:pPr marL="0" indent="0">
              <a:buNone/>
            </a:pPr>
            <a:r>
              <a:rPr lang="en-US" sz="950" i="1">
                <a:solidFill>
                  <a:srgbClr val="633806"/>
                </a:solidFill>
                <a:latin typeface="Arial" pitchFamily="34" charset="0"/>
                <a:ea typeface="Arial" pitchFamily="34" charset="-122"/>
                <a:cs typeface="Arial" pitchFamily="34" charset="-120"/>
              </a:rPr>
              <a:t>→ “3-A”에서 harmful cycle 순서도 화면 참고</a:t>
            </a:r>
            <a:endParaRPr lang="en-US" sz="9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FAEEDA"/>
          </a:solidFill>
          <a:ln/>
        </p:spPr>
      </p:sp>
      <p:sp>
        <p:nvSpPr>
          <p:cNvPr id="3" name="Text 1"/>
          <p:cNvSpPr/>
          <p:nvPr/>
        </p:nvSpPr>
        <p:spPr>
          <a:xfrm>
            <a:off x="365760" y="54864"/>
            <a:ext cx="8686800" cy="457200"/>
          </a:xfrm>
          <a:prstGeom prst="rect">
            <a:avLst/>
          </a:prstGeom>
          <a:noFill/>
          <a:ln/>
        </p:spPr>
        <p:txBody>
          <a:bodyPr wrap="square" lIns="0" tIns="0" rIns="0" bIns="0" rtlCol="0" anchor="ctr"/>
          <a:lstStyle/>
          <a:p>
            <a:pPr marL="0" indent="0">
              <a:buNone/>
            </a:pPr>
            <a:r>
              <a:rPr lang="en-US" sz="1600" b="1">
                <a:solidFill>
                  <a:srgbClr val="633806"/>
                </a:solidFill>
                <a:latin typeface="Arial" pitchFamily="34" charset="0"/>
                <a:ea typeface="Arial" pitchFamily="34" charset="-122"/>
                <a:cs typeface="Arial" pitchFamily="34" charset="-120"/>
              </a:rPr>
              <a:t>2차시  ·  3-A · harmful cycle 순서도 (보조 화면)</a:t>
            </a:r>
            <a:endParaRPr lang="en-US" sz="1600"/>
          </a:p>
        </p:txBody>
      </p:sp>
      <p:sp>
        <p:nvSpPr>
          <p:cNvPr id="4" name="Shape 2"/>
          <p:cNvSpPr/>
          <p:nvPr/>
        </p:nvSpPr>
        <p:spPr>
          <a:xfrm>
            <a:off x="9966960" y="128016"/>
            <a:ext cx="1828800" cy="310896"/>
          </a:xfrm>
          <a:prstGeom prst="roundRect">
            <a:avLst>
              <a:gd name="adj" fmla="val 50000"/>
            </a:avLst>
          </a:prstGeom>
          <a:solidFill>
            <a:srgbClr val="FFFFFF"/>
          </a:solidFill>
          <a:ln w="12700">
            <a:solidFill>
              <a:srgbClr val="854F0B"/>
            </a:solidFill>
            <a:prstDash val="solid"/>
          </a:ln>
        </p:spPr>
      </p:sp>
      <p:sp>
        <p:nvSpPr>
          <p:cNvPr id="5" name="Text 3"/>
          <p:cNvSpPr/>
          <p:nvPr/>
        </p:nvSpPr>
        <p:spPr>
          <a:xfrm>
            <a:off x="9966960" y="128016"/>
            <a:ext cx="1828800" cy="310896"/>
          </a:xfrm>
          <a:prstGeom prst="rect">
            <a:avLst/>
          </a:prstGeom>
          <a:noFill/>
          <a:ln/>
        </p:spPr>
        <p:txBody>
          <a:bodyPr wrap="square" lIns="0" tIns="0" rIns="0" bIns="0" rtlCol="0" anchor="ctr"/>
          <a:lstStyle/>
          <a:p>
            <a:pPr marL="0" indent="0" algn="ctr">
              <a:buNone/>
            </a:pPr>
            <a:r>
              <a:rPr lang="en-US" sz="950" b="1">
                <a:solidFill>
                  <a:srgbClr val="633806"/>
                </a:solidFill>
                <a:latin typeface="Arial" pitchFamily="34" charset="0"/>
                <a:ea typeface="Arial" pitchFamily="34" charset="-122"/>
                <a:cs typeface="Arial" pitchFamily="34" charset="-120"/>
              </a:rPr>
              <a:t>드래그 앤 드롭</a:t>
            </a:r>
            <a:endParaRPr lang="en-US" sz="950"/>
          </a:p>
        </p:txBody>
      </p:sp>
      <p:sp>
        <p:nvSpPr>
          <p:cNvPr id="6" name="Shape 4"/>
          <p:cNvSpPr/>
          <p:nvPr/>
        </p:nvSpPr>
        <p:spPr>
          <a:xfrm>
            <a:off x="457200" y="868680"/>
            <a:ext cx="5943600" cy="5623560"/>
          </a:xfrm>
          <a:prstGeom prst="roundRect">
            <a:avLst>
              <a:gd name="adj" fmla="val 1463"/>
            </a:avLst>
          </a:prstGeom>
          <a:solidFill>
            <a:srgbClr val="FBFBF9"/>
          </a:solidFill>
          <a:ln w="15875">
            <a:solidFill>
              <a:srgbClr val="B9B6AC"/>
            </a:solidFill>
            <a:prstDash val="solid"/>
          </a:ln>
        </p:spPr>
      </p:sp>
      <p:sp>
        <p:nvSpPr>
          <p:cNvPr id="7" name="Shape 5"/>
          <p:cNvSpPr/>
          <p:nvPr/>
        </p:nvSpPr>
        <p:spPr>
          <a:xfrm>
            <a:off x="457200" y="868680"/>
            <a:ext cx="5943600" cy="256032"/>
          </a:xfrm>
          <a:prstGeom prst="rect">
            <a:avLst/>
          </a:prstGeom>
          <a:solidFill>
            <a:srgbClr val="F0EEE7"/>
          </a:solidFill>
          <a:ln w="9525">
            <a:solidFill>
              <a:srgbClr val="B9B6AC"/>
            </a:solidFill>
            <a:prstDash val="solid"/>
          </a:ln>
        </p:spPr>
      </p:sp>
      <p:sp>
        <p:nvSpPr>
          <p:cNvPr id="8" name="Shape 6"/>
          <p:cNvSpPr/>
          <p:nvPr/>
        </p:nvSpPr>
        <p:spPr>
          <a:xfrm>
            <a:off x="585216" y="960120"/>
            <a:ext cx="73152" cy="73152"/>
          </a:xfrm>
          <a:prstGeom prst="ellipse">
            <a:avLst/>
          </a:prstGeom>
          <a:solidFill>
            <a:srgbClr val="C7C4B9"/>
          </a:solidFill>
          <a:ln/>
        </p:spPr>
      </p:sp>
      <p:sp>
        <p:nvSpPr>
          <p:cNvPr id="9" name="Shape 7"/>
          <p:cNvSpPr/>
          <p:nvPr/>
        </p:nvSpPr>
        <p:spPr>
          <a:xfrm>
            <a:off x="731520" y="960120"/>
            <a:ext cx="73152" cy="73152"/>
          </a:xfrm>
          <a:prstGeom prst="ellipse">
            <a:avLst/>
          </a:prstGeom>
          <a:solidFill>
            <a:srgbClr val="C7C4B9"/>
          </a:solidFill>
          <a:ln/>
        </p:spPr>
      </p:sp>
      <p:sp>
        <p:nvSpPr>
          <p:cNvPr id="10" name="Shape 8"/>
          <p:cNvSpPr/>
          <p:nvPr/>
        </p:nvSpPr>
        <p:spPr>
          <a:xfrm>
            <a:off x="877824" y="960120"/>
            <a:ext cx="73152" cy="73152"/>
          </a:xfrm>
          <a:prstGeom prst="ellipse">
            <a:avLst/>
          </a:prstGeom>
          <a:solidFill>
            <a:srgbClr val="C7C4B9"/>
          </a:solidFill>
          <a:ln/>
        </p:spPr>
      </p:sp>
      <p:sp>
        <p:nvSpPr>
          <p:cNvPr id="11" name="Text 9"/>
          <p:cNvSpPr/>
          <p:nvPr/>
        </p:nvSpPr>
        <p:spPr>
          <a:xfrm>
            <a:off x="621792" y="1234440"/>
            <a:ext cx="291949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텍스트 영역</a:t>
            </a:r>
            <a:endParaRPr lang="en-US" sz="750"/>
          </a:p>
        </p:txBody>
      </p:sp>
      <p:sp>
        <p:nvSpPr>
          <p:cNvPr id="12" name="Text 10"/>
          <p:cNvSpPr/>
          <p:nvPr/>
        </p:nvSpPr>
        <p:spPr>
          <a:xfrm>
            <a:off x="3687592" y="1234440"/>
            <a:ext cx="25486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Activity 영역</a:t>
            </a:r>
            <a:endParaRPr lang="en-US" sz="750"/>
          </a:p>
        </p:txBody>
      </p:sp>
      <p:sp>
        <p:nvSpPr>
          <p:cNvPr id="13" name="Shape 11"/>
          <p:cNvSpPr/>
          <p:nvPr/>
        </p:nvSpPr>
        <p:spPr>
          <a:xfrm>
            <a:off x="621792" y="1417320"/>
            <a:ext cx="2919496" cy="3767328"/>
          </a:xfrm>
          <a:prstGeom prst="roundRect">
            <a:avLst>
              <a:gd name="adj" fmla="val 1566"/>
            </a:avLst>
          </a:prstGeom>
          <a:solidFill>
            <a:srgbClr val="F1EFE8"/>
          </a:solidFill>
          <a:ln w="9525">
            <a:solidFill>
              <a:srgbClr val="D9D7CE"/>
            </a:solidFill>
            <a:prstDash val="solid"/>
          </a:ln>
        </p:spPr>
      </p:sp>
      <p:sp>
        <p:nvSpPr>
          <p:cNvPr id="14" name="Text 12"/>
          <p:cNvSpPr/>
          <p:nvPr/>
        </p:nvSpPr>
        <p:spPr>
          <a:xfrm>
            <a:off x="713232" y="1472184"/>
            <a:ext cx="2736616" cy="3657600"/>
          </a:xfrm>
          <a:prstGeom prst="rect">
            <a:avLst/>
          </a:prstGeom>
          <a:noFill/>
          <a:ln/>
        </p:spPr>
        <p:txBody>
          <a:bodyPr wrap="square" lIns="0" tIns="0" rIns="0" bIns="0" rtlCol="0" anchor="t"/>
          <a:lstStyle/>
          <a:p>
            <a:pPr marL="0" indent="0">
              <a:lnSpc>
                <a:spcPct val="115000"/>
              </a:lnSpc>
              <a:buNone/>
            </a:pPr>
            <a:r>
              <a:rPr lang="en-US" sz="830" i="1">
                <a:solidFill>
                  <a:srgbClr val="6D6A63"/>
                </a:solidFill>
                <a:latin typeface="Arial" pitchFamily="34" charset="0"/>
                <a:ea typeface="Arial" pitchFamily="34" charset="-122"/>
                <a:cs typeface="Arial" pitchFamily="34" charset="-120"/>
              </a:rPr>
              <a:t>3단계의 빈칸 채우기 이후, 학생은 문단 전체를 인포그래픽으로 재구성한다.</a:t>
            </a:r>
            <a:endParaRPr lang="en-US" sz="830"/>
          </a:p>
        </p:txBody>
      </p:sp>
      <p:sp>
        <p:nvSpPr>
          <p:cNvPr id="15" name="Text 13"/>
          <p:cNvSpPr/>
          <p:nvPr/>
        </p:nvSpPr>
        <p:spPr>
          <a:xfrm>
            <a:off x="3687592" y="1435608"/>
            <a:ext cx="2743200" cy="201168"/>
          </a:xfrm>
          <a:prstGeom prst="rect">
            <a:avLst/>
          </a:prstGeom>
          <a:noFill/>
          <a:ln/>
        </p:spPr>
        <p:txBody>
          <a:bodyPr wrap="square" lIns="0" tIns="0" rIns="0" bIns="0" rtlCol="0" anchor="ctr"/>
          <a:lstStyle/>
          <a:p>
            <a:pPr marL="0" indent="0">
              <a:buNone/>
            </a:pPr>
            <a:r>
              <a:rPr lang="en-US" sz="850" b="1">
                <a:solidFill>
                  <a:srgbClr val="6D6A63"/>
                </a:solidFill>
                <a:latin typeface="Arial" pitchFamily="34" charset="0"/>
                <a:ea typeface="Arial" pitchFamily="34" charset="-122"/>
                <a:cs typeface="Arial" pitchFamily="34" charset="-120"/>
              </a:rPr>
              <a:t>인터랙션 · 드래그 정렬</a:t>
            </a:r>
            <a:endParaRPr lang="en-US" sz="850"/>
          </a:p>
        </p:txBody>
      </p:sp>
      <p:sp>
        <p:nvSpPr>
          <p:cNvPr id="16" name="Shape 14"/>
          <p:cNvSpPr/>
          <p:nvPr/>
        </p:nvSpPr>
        <p:spPr>
          <a:xfrm>
            <a:off x="3687592" y="1673352"/>
            <a:ext cx="2548616" cy="530352"/>
          </a:xfrm>
          <a:prstGeom prst="roundRect">
            <a:avLst>
              <a:gd name="adj" fmla="val 12069"/>
            </a:avLst>
          </a:prstGeom>
          <a:solidFill>
            <a:srgbClr val="EAF3DE"/>
          </a:solidFill>
          <a:ln w="12700">
            <a:solidFill>
              <a:srgbClr val="3B6D11"/>
            </a:solidFill>
            <a:prstDash val="dash"/>
          </a:ln>
        </p:spPr>
      </p:sp>
      <p:sp>
        <p:nvSpPr>
          <p:cNvPr id="17" name="Text 15"/>
          <p:cNvSpPr/>
          <p:nvPr/>
        </p:nvSpPr>
        <p:spPr>
          <a:xfrm>
            <a:off x="3779032" y="1673352"/>
            <a:ext cx="2365736" cy="530352"/>
          </a:xfrm>
          <a:prstGeom prst="rect">
            <a:avLst/>
          </a:prstGeom>
          <a:noFill/>
          <a:ln/>
        </p:spPr>
        <p:txBody>
          <a:bodyPr wrap="square" lIns="0" tIns="0" rIns="0" bIns="0" rtlCol="0" anchor="ctr"/>
          <a:lstStyle/>
          <a:p>
            <a:pPr marL="0" indent="0">
              <a:lnSpc>
                <a:spcPct val="100000"/>
              </a:lnSpc>
              <a:buNone/>
            </a:pPr>
            <a:r>
              <a:rPr lang="en-US" sz="780" b="1">
                <a:solidFill>
                  <a:srgbClr val="3B6D11"/>
                </a:solidFill>
                <a:latin typeface="Arial" pitchFamily="34" charset="0"/>
                <a:ea typeface="Arial" pitchFamily="34" charset="-122"/>
                <a:cs typeface="Arial" pitchFamily="34" charset="-120"/>
              </a:rPr>
              <a:t>⠿  </a:t>
            </a:r>
            <a:r>
              <a:rPr lang="en-US" sz="780">
                <a:solidFill>
                  <a:srgbClr val="27500A"/>
                </a:solidFill>
                <a:latin typeface="Arial" pitchFamily="34" charset="0"/>
                <a:ea typeface="Arial" pitchFamily="34" charset="-122"/>
                <a:cs typeface="Arial" pitchFamily="34" charset="-120"/>
              </a:rPr>
              <a:t>Play games to escape problems</a:t>
            </a:r>
            <a:endParaRPr lang="en-US" sz="780"/>
          </a:p>
        </p:txBody>
      </p:sp>
      <p:sp>
        <p:nvSpPr>
          <p:cNvPr id="18" name="Text 16"/>
          <p:cNvSpPr/>
          <p:nvPr/>
        </p:nvSpPr>
        <p:spPr>
          <a:xfrm>
            <a:off x="4824740" y="2194560"/>
            <a:ext cx="274320" cy="146304"/>
          </a:xfrm>
          <a:prstGeom prst="rect">
            <a:avLst/>
          </a:prstGeom>
          <a:noFill/>
          <a:ln/>
        </p:spPr>
        <p:txBody>
          <a:bodyPr wrap="square" lIns="0" tIns="0" rIns="0" bIns="0" rtlCol="0" anchor="ctr"/>
          <a:lstStyle/>
          <a:p>
            <a:pPr marL="0" indent="0" algn="ctr">
              <a:buNone/>
            </a:pPr>
            <a:r>
              <a:rPr lang="en-US" sz="900">
                <a:solidFill>
                  <a:srgbClr val="6D6A63"/>
                </a:solidFill>
                <a:latin typeface="Arial" pitchFamily="34" charset="0"/>
                <a:ea typeface="Arial" pitchFamily="34" charset="-122"/>
                <a:cs typeface="Arial" pitchFamily="34" charset="-120"/>
              </a:rPr>
              <a:t>↕</a:t>
            </a:r>
            <a:endParaRPr lang="en-US" sz="900"/>
          </a:p>
        </p:txBody>
      </p:sp>
      <p:sp>
        <p:nvSpPr>
          <p:cNvPr id="19" name="Shape 17"/>
          <p:cNvSpPr/>
          <p:nvPr/>
        </p:nvSpPr>
        <p:spPr>
          <a:xfrm>
            <a:off x="3687592" y="2286000"/>
            <a:ext cx="2548616" cy="530352"/>
          </a:xfrm>
          <a:prstGeom prst="roundRect">
            <a:avLst>
              <a:gd name="adj" fmla="val 12069"/>
            </a:avLst>
          </a:prstGeom>
          <a:solidFill>
            <a:srgbClr val="EAF3DE"/>
          </a:solidFill>
          <a:ln w="12700">
            <a:solidFill>
              <a:srgbClr val="3B6D11"/>
            </a:solidFill>
            <a:prstDash val="dash"/>
          </a:ln>
        </p:spPr>
      </p:sp>
      <p:sp>
        <p:nvSpPr>
          <p:cNvPr id="20" name="Text 18"/>
          <p:cNvSpPr/>
          <p:nvPr/>
        </p:nvSpPr>
        <p:spPr>
          <a:xfrm>
            <a:off x="3779032" y="2286000"/>
            <a:ext cx="2365736" cy="530352"/>
          </a:xfrm>
          <a:prstGeom prst="rect">
            <a:avLst/>
          </a:prstGeom>
          <a:noFill/>
          <a:ln/>
        </p:spPr>
        <p:txBody>
          <a:bodyPr wrap="square" lIns="0" tIns="0" rIns="0" bIns="0" rtlCol="0" anchor="ctr"/>
          <a:lstStyle/>
          <a:p>
            <a:pPr marL="0" indent="0">
              <a:lnSpc>
                <a:spcPct val="100000"/>
              </a:lnSpc>
              <a:buNone/>
            </a:pPr>
            <a:r>
              <a:rPr lang="en-US" sz="780" b="1">
                <a:solidFill>
                  <a:srgbClr val="3B6D11"/>
                </a:solidFill>
                <a:latin typeface="Arial" pitchFamily="34" charset="0"/>
                <a:ea typeface="Arial" pitchFamily="34" charset="-122"/>
                <a:cs typeface="Arial" pitchFamily="34" charset="-120"/>
              </a:rPr>
              <a:t>⠿  </a:t>
            </a:r>
            <a:r>
              <a:rPr lang="en-US" sz="780">
                <a:solidFill>
                  <a:srgbClr val="27500A"/>
                </a:solidFill>
                <a:latin typeface="Arial" pitchFamily="34" charset="0"/>
                <a:ea typeface="Arial" pitchFamily="34" charset="-122"/>
                <a:cs typeface="Arial" pitchFamily="34" charset="-120"/>
              </a:rPr>
              <a:t>Spend less time with family and friends</a:t>
            </a:r>
            <a:endParaRPr lang="en-US" sz="780"/>
          </a:p>
        </p:txBody>
      </p:sp>
      <p:sp>
        <p:nvSpPr>
          <p:cNvPr id="21" name="Text 19"/>
          <p:cNvSpPr/>
          <p:nvPr/>
        </p:nvSpPr>
        <p:spPr>
          <a:xfrm>
            <a:off x="4824740" y="2807208"/>
            <a:ext cx="274320" cy="146304"/>
          </a:xfrm>
          <a:prstGeom prst="rect">
            <a:avLst/>
          </a:prstGeom>
          <a:noFill/>
          <a:ln/>
        </p:spPr>
        <p:txBody>
          <a:bodyPr wrap="square" lIns="0" tIns="0" rIns="0" bIns="0" rtlCol="0" anchor="ctr"/>
          <a:lstStyle/>
          <a:p>
            <a:pPr marL="0" indent="0" algn="ctr">
              <a:buNone/>
            </a:pPr>
            <a:r>
              <a:rPr lang="en-US" sz="900">
                <a:solidFill>
                  <a:srgbClr val="6D6A63"/>
                </a:solidFill>
                <a:latin typeface="Arial" pitchFamily="34" charset="0"/>
                <a:ea typeface="Arial" pitchFamily="34" charset="-122"/>
                <a:cs typeface="Arial" pitchFamily="34" charset="-120"/>
              </a:rPr>
              <a:t>↕</a:t>
            </a:r>
            <a:endParaRPr lang="en-US" sz="900"/>
          </a:p>
        </p:txBody>
      </p:sp>
      <p:sp>
        <p:nvSpPr>
          <p:cNvPr id="22" name="Shape 20"/>
          <p:cNvSpPr/>
          <p:nvPr/>
        </p:nvSpPr>
        <p:spPr>
          <a:xfrm>
            <a:off x="3687592" y="2898648"/>
            <a:ext cx="2548616" cy="530352"/>
          </a:xfrm>
          <a:prstGeom prst="roundRect">
            <a:avLst>
              <a:gd name="adj" fmla="val 12069"/>
            </a:avLst>
          </a:prstGeom>
          <a:solidFill>
            <a:srgbClr val="EAF3DE"/>
          </a:solidFill>
          <a:ln w="12700">
            <a:solidFill>
              <a:srgbClr val="3B6D11"/>
            </a:solidFill>
            <a:prstDash val="dash"/>
          </a:ln>
        </p:spPr>
      </p:sp>
      <p:sp>
        <p:nvSpPr>
          <p:cNvPr id="23" name="Text 21"/>
          <p:cNvSpPr/>
          <p:nvPr/>
        </p:nvSpPr>
        <p:spPr>
          <a:xfrm>
            <a:off x="3779032" y="2898648"/>
            <a:ext cx="2365736" cy="530352"/>
          </a:xfrm>
          <a:prstGeom prst="rect">
            <a:avLst/>
          </a:prstGeom>
          <a:noFill/>
          <a:ln/>
        </p:spPr>
        <p:txBody>
          <a:bodyPr wrap="square" lIns="0" tIns="0" rIns="0" bIns="0" rtlCol="0" anchor="ctr"/>
          <a:lstStyle/>
          <a:p>
            <a:pPr marL="0" indent="0">
              <a:lnSpc>
                <a:spcPct val="100000"/>
              </a:lnSpc>
              <a:buNone/>
            </a:pPr>
            <a:r>
              <a:rPr lang="en-US" sz="780" b="1">
                <a:solidFill>
                  <a:srgbClr val="3B6D11"/>
                </a:solidFill>
                <a:latin typeface="Arial" pitchFamily="34" charset="0"/>
                <a:ea typeface="Arial" pitchFamily="34" charset="-122"/>
                <a:cs typeface="Arial" pitchFamily="34" charset="-120"/>
              </a:rPr>
              <a:t>⠿  </a:t>
            </a:r>
            <a:r>
              <a:rPr lang="en-US" sz="780">
                <a:solidFill>
                  <a:srgbClr val="27500A"/>
                </a:solidFill>
                <a:latin typeface="Arial" pitchFamily="34" charset="0"/>
                <a:ea typeface="Arial" pitchFamily="34" charset="-122"/>
                <a:cs typeface="Arial" pitchFamily="34" charset="-120"/>
              </a:rPr>
              <a:t>Feel more lonely</a:t>
            </a:r>
            <a:endParaRPr lang="en-US" sz="780"/>
          </a:p>
        </p:txBody>
      </p:sp>
      <p:sp>
        <p:nvSpPr>
          <p:cNvPr id="24" name="Text 22"/>
          <p:cNvSpPr/>
          <p:nvPr/>
        </p:nvSpPr>
        <p:spPr>
          <a:xfrm>
            <a:off x="4824740" y="3419856"/>
            <a:ext cx="274320" cy="146304"/>
          </a:xfrm>
          <a:prstGeom prst="rect">
            <a:avLst/>
          </a:prstGeom>
          <a:noFill/>
          <a:ln/>
        </p:spPr>
        <p:txBody>
          <a:bodyPr wrap="square" lIns="0" tIns="0" rIns="0" bIns="0" rtlCol="0" anchor="ctr"/>
          <a:lstStyle/>
          <a:p>
            <a:pPr marL="0" indent="0" algn="ctr">
              <a:buNone/>
            </a:pPr>
            <a:r>
              <a:rPr lang="en-US" sz="900">
                <a:solidFill>
                  <a:srgbClr val="6D6A63"/>
                </a:solidFill>
                <a:latin typeface="Arial" pitchFamily="34" charset="0"/>
                <a:ea typeface="Arial" pitchFamily="34" charset="-122"/>
                <a:cs typeface="Arial" pitchFamily="34" charset="-120"/>
              </a:rPr>
              <a:t>↕</a:t>
            </a:r>
            <a:endParaRPr lang="en-US" sz="900"/>
          </a:p>
        </p:txBody>
      </p:sp>
      <p:sp>
        <p:nvSpPr>
          <p:cNvPr id="25" name="Shape 23"/>
          <p:cNvSpPr/>
          <p:nvPr/>
        </p:nvSpPr>
        <p:spPr>
          <a:xfrm>
            <a:off x="3687592" y="3511296"/>
            <a:ext cx="2548616" cy="530352"/>
          </a:xfrm>
          <a:prstGeom prst="roundRect">
            <a:avLst>
              <a:gd name="adj" fmla="val 12069"/>
            </a:avLst>
          </a:prstGeom>
          <a:solidFill>
            <a:srgbClr val="EAF3DE"/>
          </a:solidFill>
          <a:ln w="12700">
            <a:solidFill>
              <a:srgbClr val="3B6D11"/>
            </a:solidFill>
            <a:prstDash val="dash"/>
          </a:ln>
        </p:spPr>
      </p:sp>
      <p:sp>
        <p:nvSpPr>
          <p:cNvPr id="26" name="Text 24"/>
          <p:cNvSpPr/>
          <p:nvPr/>
        </p:nvSpPr>
        <p:spPr>
          <a:xfrm>
            <a:off x="3779032" y="3511296"/>
            <a:ext cx="2365736" cy="530352"/>
          </a:xfrm>
          <a:prstGeom prst="rect">
            <a:avLst/>
          </a:prstGeom>
          <a:noFill/>
          <a:ln/>
        </p:spPr>
        <p:txBody>
          <a:bodyPr wrap="square" lIns="0" tIns="0" rIns="0" bIns="0" rtlCol="0" anchor="ctr"/>
          <a:lstStyle/>
          <a:p>
            <a:pPr marL="0" indent="0">
              <a:lnSpc>
                <a:spcPct val="100000"/>
              </a:lnSpc>
              <a:buNone/>
            </a:pPr>
            <a:r>
              <a:rPr lang="en-US" sz="780" b="1">
                <a:solidFill>
                  <a:srgbClr val="3B6D11"/>
                </a:solidFill>
                <a:latin typeface="Arial" pitchFamily="34" charset="0"/>
                <a:ea typeface="Arial" pitchFamily="34" charset="-122"/>
                <a:cs typeface="Arial" pitchFamily="34" charset="-120"/>
              </a:rPr>
              <a:t>⠿  </a:t>
            </a:r>
            <a:r>
              <a:rPr lang="en-US" sz="780">
                <a:solidFill>
                  <a:srgbClr val="27500A"/>
                </a:solidFill>
                <a:latin typeface="Arial" pitchFamily="34" charset="0"/>
                <a:ea typeface="Arial" pitchFamily="34" charset="-122"/>
                <a:cs typeface="Arial" pitchFamily="34" charset="-120"/>
              </a:rPr>
              <a:t>Play even more games  →  [harmful cycle 라벨]</a:t>
            </a:r>
            <a:endParaRPr lang="en-US" sz="780"/>
          </a:p>
        </p:txBody>
      </p:sp>
      <p:sp>
        <p:nvSpPr>
          <p:cNvPr id="27" name="Text 25"/>
          <p:cNvSpPr/>
          <p:nvPr/>
        </p:nvSpPr>
        <p:spPr>
          <a:xfrm>
            <a:off x="621792" y="5312664"/>
            <a:ext cx="5614416" cy="164592"/>
          </a:xfrm>
          <a:prstGeom prst="rect">
            <a:avLst/>
          </a:prstGeom>
          <a:noFill/>
          <a:ln/>
        </p:spPr>
        <p:txBody>
          <a:bodyPr wrap="square" lIns="0" tIns="0" rIns="0" bIns="0" rtlCol="0" anchor="ctr"/>
          <a:lstStyle/>
          <a:p>
            <a:pPr marL="0" indent="0">
              <a:buNone/>
            </a:pPr>
            <a:r>
              <a:rPr lang="en-US" sz="750" b="1">
                <a:solidFill>
                  <a:srgbClr val="6D6A63"/>
                </a:solidFill>
                <a:latin typeface="Arial" pitchFamily="34" charset="0"/>
                <a:ea typeface="Arial" pitchFamily="34" charset="-122"/>
                <a:cs typeface="Arial" pitchFamily="34" charset="-120"/>
              </a:rPr>
              <a:t>튜터링 영역</a:t>
            </a:r>
            <a:endParaRPr lang="en-US" sz="750"/>
          </a:p>
        </p:txBody>
      </p:sp>
      <p:sp>
        <p:nvSpPr>
          <p:cNvPr id="28" name="Shape 26"/>
          <p:cNvSpPr/>
          <p:nvPr/>
        </p:nvSpPr>
        <p:spPr>
          <a:xfrm>
            <a:off x="621792" y="5495544"/>
            <a:ext cx="5614416" cy="566928"/>
          </a:xfrm>
          <a:prstGeom prst="roundRect">
            <a:avLst>
              <a:gd name="adj" fmla="val 19355"/>
            </a:avLst>
          </a:prstGeom>
          <a:solidFill>
            <a:srgbClr val="E6F1FB"/>
          </a:solidFill>
          <a:ln w="9525">
            <a:solidFill>
              <a:srgbClr val="185FA5"/>
            </a:solidFill>
            <a:prstDash val="solid"/>
          </a:ln>
        </p:spPr>
      </p:sp>
      <p:sp>
        <p:nvSpPr>
          <p:cNvPr id="29" name="Text 27"/>
          <p:cNvSpPr/>
          <p:nvPr/>
        </p:nvSpPr>
        <p:spPr>
          <a:xfrm>
            <a:off x="749808" y="5495544"/>
            <a:ext cx="5358384" cy="566928"/>
          </a:xfrm>
          <a:prstGeom prst="rect">
            <a:avLst/>
          </a:prstGeom>
          <a:noFill/>
          <a:ln/>
        </p:spPr>
        <p:txBody>
          <a:bodyPr wrap="square" lIns="0" tIns="0" rIns="0" bIns="0" rtlCol="0" anchor="ctr"/>
          <a:lstStyle/>
          <a:p>
            <a:pPr marL="0" indent="0">
              <a:lnSpc>
                <a:spcPct val="105000"/>
              </a:lnSpc>
              <a:buNone/>
            </a:pPr>
            <a:r>
              <a:rPr lang="en-US" sz="900" b="1">
                <a:solidFill>
                  <a:srgbClr val="185FA5"/>
                </a:solidFill>
                <a:latin typeface="Arial" pitchFamily="34" charset="0"/>
                <a:ea typeface="Arial" pitchFamily="34" charset="-122"/>
                <a:cs typeface="Arial" pitchFamily="34" charset="-120"/>
              </a:rPr>
              <a:t>🎙 튜터  </a:t>
            </a:r>
            <a:r>
              <a:rPr lang="en-US" sz="1000">
                <a:solidFill>
                  <a:srgbClr val="0C447C"/>
                </a:solidFill>
                <a:latin typeface="Arial" pitchFamily="34" charset="0"/>
                <a:ea typeface="Arial" pitchFamily="34" charset="-122"/>
                <a:cs typeface="Arial" pitchFamily="34" charset="-120"/>
              </a:rPr>
              <a:t>이 악순환을 순서도로 한번 더 정리해볼까?</a:t>
            </a:r>
            <a:endParaRPr lang="en-US" sz="900"/>
          </a:p>
        </p:txBody>
      </p:sp>
      <p:sp>
        <p:nvSpPr>
          <p:cNvPr id="30" name="Text 28"/>
          <p:cNvSpPr/>
          <p:nvPr/>
        </p:nvSpPr>
        <p:spPr>
          <a:xfrm>
            <a:off x="6720840" y="868680"/>
            <a:ext cx="5029200" cy="201168"/>
          </a:xfrm>
          <a:prstGeom prst="rect">
            <a:avLst/>
          </a:prstGeom>
          <a:noFill/>
          <a:ln/>
        </p:spPr>
        <p:txBody>
          <a:bodyPr wrap="square" lIns="0" tIns="0" rIns="0" bIns="0" rtlCol="0" anchor="ctr"/>
          <a:lstStyle/>
          <a:p>
            <a:pPr marL="0" indent="0">
              <a:buNone/>
            </a:pPr>
            <a:r>
              <a:rPr lang="en-US" sz="1000" b="1">
                <a:solidFill>
                  <a:srgbClr val="6D6A63"/>
                </a:solidFill>
                <a:latin typeface="Arial" pitchFamily="34" charset="0"/>
                <a:ea typeface="Arial" pitchFamily="34" charset="-122"/>
                <a:cs typeface="Arial" pitchFamily="34" charset="-120"/>
              </a:rPr>
              <a:t>목적</a:t>
            </a:r>
            <a:endParaRPr lang="en-US" sz="1000"/>
          </a:p>
        </p:txBody>
      </p:sp>
      <p:sp>
        <p:nvSpPr>
          <p:cNvPr id="31" name="Text 29"/>
          <p:cNvSpPr/>
          <p:nvPr/>
        </p:nvSpPr>
        <p:spPr>
          <a:xfrm>
            <a:off x="6720840" y="1088136"/>
            <a:ext cx="5029200" cy="365760"/>
          </a:xfrm>
          <a:prstGeom prst="rect">
            <a:avLst/>
          </a:prstGeom>
          <a:noFill/>
          <a:ln/>
        </p:spPr>
        <p:txBody>
          <a:bodyPr wrap="square" lIns="0" tIns="0" rIns="0" bIns="0" rtlCol="0" anchor="ctr"/>
          <a:lstStyle/>
          <a:p>
            <a:pPr marL="0" indent="0">
              <a:lnSpc>
                <a:spcPct val="110000"/>
              </a:lnSpc>
              <a:buNone/>
            </a:pPr>
            <a:r>
              <a:rPr lang="en-US" sz="1200" b="1">
                <a:solidFill>
                  <a:srgbClr val="26221C"/>
                </a:solidFill>
                <a:latin typeface="Arial" pitchFamily="34" charset="0"/>
                <a:ea typeface="Arial" pitchFamily="34" charset="-122"/>
                <a:cs typeface="Arial" pitchFamily="34" charset="-120"/>
              </a:rPr>
              <a:t>문장으로 읽은 악순환을 카드 순서도로 다시 한번 확인한다.</a:t>
            </a:r>
            <a:endParaRPr lang="en-US" sz="1200"/>
          </a:p>
        </p:txBody>
      </p:sp>
      <p:sp>
        <p:nvSpPr>
          <p:cNvPr id="32" name="Shape 30"/>
          <p:cNvSpPr/>
          <p:nvPr/>
        </p:nvSpPr>
        <p:spPr>
          <a:xfrm>
            <a:off x="6720840" y="1591056"/>
            <a:ext cx="5029200" cy="548640"/>
          </a:xfrm>
          <a:prstGeom prst="roundRect">
            <a:avLst>
              <a:gd name="adj" fmla="val 10000"/>
            </a:avLst>
          </a:prstGeom>
          <a:solidFill>
            <a:srgbClr val="F1EFE8"/>
          </a:solidFill>
          <a:ln w="9525">
            <a:solidFill>
              <a:srgbClr val="D9D7CE"/>
            </a:solidFill>
            <a:prstDash val="solid"/>
          </a:ln>
        </p:spPr>
      </p:sp>
      <p:sp>
        <p:nvSpPr>
          <p:cNvPr id="33" name="Text 31"/>
          <p:cNvSpPr/>
          <p:nvPr/>
        </p:nvSpPr>
        <p:spPr>
          <a:xfrm>
            <a:off x="6848856" y="1636776"/>
            <a:ext cx="4773168" cy="457200"/>
          </a:xfrm>
          <a:prstGeom prst="rect">
            <a:avLst/>
          </a:prstGeom>
          <a:noFill/>
          <a:ln/>
        </p:spPr>
        <p:txBody>
          <a:bodyPr wrap="square" lIns="0" tIns="0" rIns="0" bIns="0" rtlCol="0" anchor="t"/>
          <a:lstStyle/>
          <a:p>
            <a:pPr marL="0" indent="0">
              <a:lnSpc>
                <a:spcPct val="110000"/>
              </a:lnSpc>
              <a:buNone/>
            </a:pPr>
            <a:r>
              <a:rPr lang="en-US" sz="950" i="1">
                <a:solidFill>
                  <a:srgbClr val="6D6A63"/>
                </a:solidFill>
                <a:latin typeface="Arial" pitchFamily="34" charset="0"/>
                <a:ea typeface="Arial" pitchFamily="34" charset="-122"/>
                <a:cs typeface="Arial" pitchFamily="34" charset="-120"/>
              </a:rPr>
              <a:t>마지막 카드 자리에 ‘harmful cycle’ 라벨을 직접 놓게 하는 게 핵심입니다. 이후 결론 문장의 마지막 단어(dangerous)를 직접 써서 2차시를 마무리합니다.</a:t>
            </a:r>
            <a:endParaRPr lang="en-US" sz="950"/>
          </a:p>
        </p:txBody>
      </p:sp>
      <p:sp>
        <p:nvSpPr>
          <p:cNvPr id="34" name="Text 32"/>
          <p:cNvSpPr/>
          <p:nvPr/>
        </p:nvSpPr>
        <p:spPr>
          <a:xfrm>
            <a:off x="6720840" y="2249424"/>
            <a:ext cx="5029200" cy="182880"/>
          </a:xfrm>
          <a:prstGeom prst="rect">
            <a:avLst/>
          </a:prstGeom>
          <a:noFill/>
          <a:ln/>
        </p:spPr>
        <p:txBody>
          <a:bodyPr wrap="square" lIns="0" tIns="0" rIns="0" bIns="0" rtlCol="0" anchor="ctr"/>
          <a:lstStyle/>
          <a:p>
            <a:pPr marL="0" indent="0">
              <a:buNone/>
            </a:pPr>
            <a:r>
              <a:rPr lang="en-US" sz="900" b="1">
                <a:solidFill>
                  <a:srgbClr val="6D6A63"/>
                </a:solidFill>
                <a:latin typeface="Arial" pitchFamily="34" charset="0"/>
                <a:ea typeface="Arial" pitchFamily="34" charset="-122"/>
                <a:cs typeface="Arial" pitchFamily="34" charset="-120"/>
              </a:rPr>
              <a:t>필요 기능</a:t>
            </a:r>
            <a:endParaRPr lang="en-US" sz="900"/>
          </a:p>
        </p:txBody>
      </p:sp>
      <p:sp>
        <p:nvSpPr>
          <p:cNvPr id="35" name="Shape 33"/>
          <p:cNvSpPr/>
          <p:nvPr/>
        </p:nvSpPr>
        <p:spPr>
          <a:xfrm>
            <a:off x="6720840" y="2468880"/>
            <a:ext cx="2926080" cy="329184"/>
          </a:xfrm>
          <a:prstGeom prst="roundRect">
            <a:avLst>
              <a:gd name="adj" fmla="val 50000"/>
            </a:avLst>
          </a:prstGeom>
          <a:solidFill>
            <a:srgbClr val="E6F1FB"/>
          </a:solidFill>
          <a:ln w="12700">
            <a:solidFill>
              <a:srgbClr val="185FA5"/>
            </a:solidFill>
            <a:prstDash val="solid"/>
          </a:ln>
        </p:spPr>
      </p:sp>
      <p:sp>
        <p:nvSpPr>
          <p:cNvPr id="36" name="Text 34"/>
          <p:cNvSpPr/>
          <p:nvPr/>
        </p:nvSpPr>
        <p:spPr>
          <a:xfrm>
            <a:off x="6720840" y="2468880"/>
            <a:ext cx="2926080" cy="329184"/>
          </a:xfrm>
          <a:prstGeom prst="rect">
            <a:avLst/>
          </a:prstGeom>
          <a:noFill/>
          <a:ln/>
        </p:spPr>
        <p:txBody>
          <a:bodyPr wrap="square" lIns="0" tIns="0" rIns="0" bIns="0" rtlCol="0" anchor="ctr"/>
          <a:lstStyle/>
          <a:p>
            <a:pPr marL="0" indent="0" algn="ctr">
              <a:buNone/>
            </a:pPr>
            <a:r>
              <a:rPr lang="en-US" sz="1000" b="1">
                <a:solidFill>
                  <a:srgbClr val="0C447C"/>
                </a:solidFill>
                <a:latin typeface="Arial" pitchFamily="34" charset="0"/>
                <a:ea typeface="Arial" pitchFamily="34" charset="-122"/>
                <a:cs typeface="Arial" pitchFamily="34" charset="-120"/>
              </a:rPr>
              <a:t>드래그 앤 드롭 기능</a:t>
            </a:r>
            <a:endParaRPr lang="en-US" sz="1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문서" ma:contentTypeID="0x01010046E72CFFE31649448A2D2835122ED9B1" ma:contentTypeVersion="15" ma:contentTypeDescription="새 문서를 만듭니다." ma:contentTypeScope="" ma:versionID="601a004c09fb00e9b981a96ea722d03a">
  <xsd:schema xmlns:xsd="http://www.w3.org/2001/XMLSchema" xmlns:xs="http://www.w3.org/2001/XMLSchema" xmlns:p="http://schemas.microsoft.com/office/2006/metadata/properties" xmlns:ns2="4dfdeb73-9b69-4412-99a1-65c48272ff95" xmlns:ns3="4b0cce65-d24b-4b78-a6d3-eeb62bd83470" targetNamespace="http://schemas.microsoft.com/office/2006/metadata/properties" ma:root="true" ma:fieldsID="b3d05f232d0671dec15b02ecce65eaef" ns2:_="" ns3:_="">
    <xsd:import namespace="4dfdeb73-9b69-4412-99a1-65c48272ff95"/>
    <xsd:import namespace="4b0cce65-d24b-4b78-a6d3-eeb62bd8347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element ref="ns2:MediaServiceLocation" minOccurs="0"/>
                <xsd:element ref="ns2:Curriculum"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fdeb73-9b69-4412-99a1-65c48272ff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이미지 태그" ma:readOnly="false" ma:fieldId="{5cf76f15-5ced-4ddc-b409-7134ff3c332f}" ma:taxonomyMulti="true" ma:sspId="9c5d0dd0-ca9e-4c43-a764-16fe94100268"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element name="Curriculum" ma:index="21" nillable="true" ma:displayName="Curriculum" ma:format="Dropdown" ma:internalName="Curriculum">
      <xsd:simpleType>
        <xsd:union memberTypes="dms:Text">
          <xsd:simpleType>
            <xsd:restriction base="dms:Choice">
              <xsd:enumeration value="IGCSE"/>
              <xsd:enumeration value="A&amp;AS"/>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4b0cce65-d24b-4b78-a6d3-eeb62bd83470"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de03fc1a-d91e-4356-b1d5-21a5c46efd14}" ma:internalName="TaxCatchAll" ma:showField="CatchAllData" ma:web="4b0cce65-d24b-4b78-a6d3-eeb62bd834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Curriculum xmlns="4dfdeb73-9b69-4412-99a1-65c48272ff95" xsi:nil="true"/>
    <TaxCatchAll xmlns="4b0cce65-d24b-4b78-a6d3-eeb62bd83470" xsi:nil="true"/>
    <lcf76f155ced4ddcb4097134ff3c332f xmlns="4dfdeb73-9b69-4412-99a1-65c48272ff9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DB845B9-00F7-401D-9189-7EC44AC8916A}">
  <ds:schemaRefs>
    <ds:schemaRef ds:uri="http://schemas.microsoft.com/sharepoint/v3/contenttype/forms"/>
  </ds:schemaRefs>
</ds:datastoreItem>
</file>

<file path=customXml/itemProps2.xml><?xml version="1.0" encoding="utf-8"?>
<ds:datastoreItem xmlns:ds="http://schemas.openxmlformats.org/officeDocument/2006/customXml" ds:itemID="{1E40625F-C73A-43D9-B45B-0EF32D0CB13A}">
  <ds:schemaRefs>
    <ds:schemaRef ds:uri="4b0cce65-d24b-4b78-a6d3-eeb62bd83470"/>
    <ds:schemaRef ds:uri="4dfdeb73-9b69-4412-99a1-65c48272ff9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5949217-B8C1-428E-AFE4-93068B1BBB0B}">
  <ds:schemaRefs>
    <ds:schemaRef ds:uri="4b0cce65-d24b-4b78-a6d3-eeb62bd83470"/>
    <ds:schemaRef ds:uri="4dfdeb73-9b69-4412-99a1-65c48272ff95"/>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와이드스크린</PresentationFormat>
  <Slides>20</Slides>
  <Notes>20</Notes>
  <HiddenSlides>0</HiddenSlides>
  <ScaleCrop>false</ScaleCrop>
  <HeadingPairs>
    <vt:vector size="4" baseType="variant">
      <vt:variant>
        <vt:lpstr>테마</vt:lpstr>
      </vt:variant>
      <vt:variant>
        <vt:i4>1</vt:i4>
      </vt:variant>
      <vt:variant>
        <vt:lpstr>슬라이드 제목</vt:lpstr>
      </vt:variant>
      <vt:variant>
        <vt:i4>20</vt:i4>
      </vt:variant>
    </vt:vector>
  </HeadingPairs>
  <TitlesOfParts>
    <vt:vector size="21" baseType="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37</cp:revision>
  <dcterms:created xsi:type="dcterms:W3CDTF">2026-07-16T01:36:31Z</dcterms:created>
  <dcterms:modified xsi:type="dcterms:W3CDTF">2026-07-16T06:51:27Z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d23bf23-04ed-492e-9dac-0c93e9109a68_Enabled">
    <vt:lpwstr>true</vt:lpwstr>
  </property>
  <property fmtid="{D5CDD505-2E9C-101B-9397-08002B2CF9AE}" pid="3" name="MSIP_Label_1d23bf23-04ed-492e-9dac-0c93e9109a68_SetDate">
    <vt:lpwstr>2026-07-16T02:00:52Z</vt:lpwstr>
  </property>
  <property fmtid="{D5CDD505-2E9C-101B-9397-08002B2CF9AE}" pid="4" name="MSIP_Label_1d23bf23-04ed-492e-9dac-0c93e9109a68_Method">
    <vt:lpwstr>Standard</vt:lpwstr>
  </property>
  <property fmtid="{D5CDD505-2E9C-101B-9397-08002B2CF9AE}" pid="5" name="MSIP_Label_1d23bf23-04ed-492e-9dac-0c93e9109a68_Name">
    <vt:lpwstr>일반(Internal)</vt:lpwstr>
  </property>
  <property fmtid="{D5CDD505-2E9C-101B-9397-08002B2CF9AE}" pid="6" name="MSIP_Label_1d23bf23-04ed-492e-9dac-0c93e9109a68_SiteId">
    <vt:lpwstr>40dffec5-0ca8-47a0-9d25-e838a8c1dce7</vt:lpwstr>
  </property>
  <property fmtid="{D5CDD505-2E9C-101B-9397-08002B2CF9AE}" pid="7" name="MSIP_Label_1d23bf23-04ed-492e-9dac-0c93e9109a68_ActionId">
    <vt:lpwstr>74dc0830-7800-4d80-8985-726eec157673</vt:lpwstr>
  </property>
  <property fmtid="{D5CDD505-2E9C-101B-9397-08002B2CF9AE}" pid="8" name="MSIP_Label_1d23bf23-04ed-492e-9dac-0c93e9109a68_ContentBits">
    <vt:lpwstr>0</vt:lpwstr>
  </property>
  <property fmtid="{D5CDD505-2E9C-101B-9397-08002B2CF9AE}" pid="9" name="MSIP_Label_1d23bf23-04ed-492e-9dac-0c93e9109a68_Tag">
    <vt:lpwstr>10, 3, 0, 1</vt:lpwstr>
  </property>
  <property fmtid="{D5CDD505-2E9C-101B-9397-08002B2CF9AE}" pid="10" name="ContentTypeId">
    <vt:lpwstr>0x01010046E72CFFE31649448A2D2835122ED9B1</vt:lpwstr>
  </property>
  <property fmtid="{D5CDD505-2E9C-101B-9397-08002B2CF9AE}" pid="11" name="MediaServiceImageTags">
    <vt:lpwstr/>
  </property>
</Properties>
</file>